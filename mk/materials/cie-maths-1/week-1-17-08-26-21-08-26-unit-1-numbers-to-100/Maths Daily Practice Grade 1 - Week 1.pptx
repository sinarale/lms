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9a5f0a03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9a5f0a03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a5f0a03e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9a5f0a03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9a5f0a03e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9a5f0a03e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9a5f0a03e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9a5f0a03e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9a5f0a03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9a5f0a03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WtVnKUd8nWM" TargetMode="External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3" y="85628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Daily Practice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Grade 1 - Week 1</a:t>
            </a:r>
            <a:r>
              <a:rPr lang="en-GB"/>
              <a:t> 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920525" y="2410625"/>
            <a:ext cx="7076700" cy="15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2100"/>
              <a:t>Complete this work in a notebook at home. This is not mandatory homework.</a:t>
            </a:r>
            <a:endParaRPr sz="2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2100"/>
              <a:t>Therefore, it does not need bringing into school. This is optional practice to support the learning taking place in school.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Daily practice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Correct number formation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301325" y="1438400"/>
            <a:ext cx="3691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All nine </a:t>
            </a:r>
            <a:r>
              <a:rPr lang="en-GB"/>
              <a:t>digits</a:t>
            </a:r>
            <a:r>
              <a:rPr lang="en-GB"/>
              <a:t> have a correct way of being written. These should be practiced regularly to </a:t>
            </a:r>
            <a:r>
              <a:rPr lang="en-GB"/>
              <a:t>ensure</a:t>
            </a:r>
            <a:r>
              <a:rPr lang="en-GB"/>
              <a:t> fluent </a:t>
            </a:r>
            <a:r>
              <a:rPr lang="en-GB"/>
              <a:t>writing.</a:t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3042" y="0"/>
            <a:ext cx="474096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arn how to write numbers 1-10 with these catchy rhymes!" id="137" name="Google Shape;137;p14" title="Number Formation Song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25" y="2571750"/>
            <a:ext cx="4040134" cy="227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Daily practice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 spelling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301325" y="1438400"/>
            <a:ext cx="3691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Many numbers do not follow simple </a:t>
            </a:r>
            <a:r>
              <a:rPr lang="en-GB" sz="1600"/>
              <a:t>phonetic rules. Therefore, students must practice and remember how to spell numbers to 10.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Practice writing these numbers and then test your child to see if they can remember their spellings without looking.</a:t>
            </a:r>
            <a:endParaRPr sz="1600"/>
          </a:p>
        </p:txBody>
      </p:sp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3476" l="0" r="0" t="10908"/>
          <a:stretch/>
        </p:blipFill>
        <p:spPr>
          <a:xfrm>
            <a:off x="4572000" y="201375"/>
            <a:ext cx="4347375" cy="4785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Daily practice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Place Value </a:t>
            </a:r>
            <a:endParaRPr/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301325" y="1438400"/>
            <a:ext cx="4520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/>
              <a:t>Use a 100s grid and place value understanding to find the missing numbers.</a:t>
            </a:r>
            <a:endParaRPr sz="1600"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325" y="2450925"/>
            <a:ext cx="4846375" cy="2381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9329" y="327800"/>
            <a:ext cx="3691500" cy="3343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Daily practice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Tens and Ones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301325" y="1438400"/>
            <a:ext cx="36915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/>
              <a:t>Count the tens and ones, then add them together to make a 2-digit number.</a:t>
            </a:r>
            <a:endParaRPr sz="2000"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1722" y="209325"/>
            <a:ext cx="3426149" cy="474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301325" y="3278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Daily practice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Tens and Ones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301325" y="1438400"/>
            <a:ext cx="3691500" cy="30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Use the information to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Find the whole number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Find how many tens and ones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Write the addition sum (expanded form)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Draw a picture to represent that number.</a:t>
            </a:r>
            <a:endParaRPr sz="2000"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5225" y="158425"/>
            <a:ext cx="4628649" cy="483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