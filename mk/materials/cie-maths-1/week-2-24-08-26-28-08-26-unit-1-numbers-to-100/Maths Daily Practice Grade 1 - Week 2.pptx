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Nunito"/>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6" roundtripDataSignature="AMtx7mjblODgIcyigzt+qvBabGXmgte/n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Nunito-bold.fntdata"/><Relationship Id="rId12" Type="http://schemas.openxmlformats.org/officeDocument/2006/relationships/font" Target="fonts/Nuni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boldItalic.fntdata"/><Relationship Id="rId14" Type="http://schemas.openxmlformats.org/officeDocument/2006/relationships/font" Target="fonts/Nunito-italic.fntdata"/><Relationship Id="rId16"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8"/>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8"/>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8"/>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8"/>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 name="Google Shape;14;p8"/>
          <p:cNvGrpSpPr/>
          <p:nvPr/>
        </p:nvGrpSpPr>
        <p:grpSpPr>
          <a:xfrm>
            <a:off x="255200" y="592"/>
            <a:ext cx="2250363" cy="1044300"/>
            <a:chOff x="255200" y="592"/>
            <a:chExt cx="2250363" cy="1044300"/>
          </a:xfrm>
        </p:grpSpPr>
        <p:sp>
          <p:nvSpPr>
            <p:cNvPr id="15" name="Google Shape;15;p8"/>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8"/>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8"/>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 name="Google Shape;18;p8"/>
          <p:cNvGrpSpPr/>
          <p:nvPr/>
        </p:nvGrpSpPr>
        <p:grpSpPr>
          <a:xfrm>
            <a:off x="905395" y="592"/>
            <a:ext cx="2250363" cy="1044300"/>
            <a:chOff x="905395" y="592"/>
            <a:chExt cx="2250363" cy="1044300"/>
          </a:xfrm>
        </p:grpSpPr>
        <p:sp>
          <p:nvSpPr>
            <p:cNvPr id="19" name="Google Shape;19;p8"/>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8"/>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8"/>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 name="Google Shape;22;p8"/>
          <p:cNvGrpSpPr/>
          <p:nvPr/>
        </p:nvGrpSpPr>
        <p:grpSpPr>
          <a:xfrm>
            <a:off x="7057468" y="5088"/>
            <a:ext cx="1851281" cy="752108"/>
            <a:chOff x="6917201" y="0"/>
            <a:chExt cx="2227776" cy="863400"/>
          </a:xfrm>
        </p:grpSpPr>
        <p:sp>
          <p:nvSpPr>
            <p:cNvPr id="23" name="Google Shape;23;p8"/>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8"/>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8"/>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 name="Google Shape;26;p8"/>
          <p:cNvGrpSpPr/>
          <p:nvPr/>
        </p:nvGrpSpPr>
        <p:grpSpPr>
          <a:xfrm>
            <a:off x="6553032" y="4217852"/>
            <a:ext cx="2389067" cy="925737"/>
            <a:chOff x="6917201" y="0"/>
            <a:chExt cx="2227776" cy="863400"/>
          </a:xfrm>
        </p:grpSpPr>
        <p:sp>
          <p:nvSpPr>
            <p:cNvPr id="27" name="Google Shape;27;p8"/>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8"/>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8"/>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 name="Google Shape;30;p8"/>
          <p:cNvGrpSpPr/>
          <p:nvPr/>
        </p:nvGrpSpPr>
        <p:grpSpPr>
          <a:xfrm>
            <a:off x="199149" y="4055652"/>
            <a:ext cx="2795413" cy="1083308"/>
            <a:chOff x="6917201" y="0"/>
            <a:chExt cx="2227776" cy="863400"/>
          </a:xfrm>
        </p:grpSpPr>
        <p:sp>
          <p:nvSpPr>
            <p:cNvPr id="31" name="Google Shape;31;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 name="Google Shape;34;p8"/>
          <p:cNvSpPr txBox="1"/>
          <p:nvPr>
            <p:ph type="ctrTitle"/>
          </p:nvPr>
        </p:nvSpPr>
        <p:spPr>
          <a:xfrm>
            <a:off x="1858703" y="1822833"/>
            <a:ext cx="5361300" cy="1448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35" name="Google Shape;35;p8"/>
          <p:cNvSpPr txBox="1"/>
          <p:nvPr>
            <p:ph idx="1" type="subTitle"/>
          </p:nvPr>
        </p:nvSpPr>
        <p:spPr>
          <a:xfrm>
            <a:off x="1858700" y="3413158"/>
            <a:ext cx="5361300" cy="52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8"/>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37" name="Shape 37"/>
        <p:cNvGrpSpPr/>
        <p:nvPr/>
      </p:nvGrpSpPr>
      <p:grpSpPr>
        <a:xfrm>
          <a:off x="0" y="0"/>
          <a:ext cx="0" cy="0"/>
          <a:chOff x="0" y="0"/>
          <a:chExt cx="0" cy="0"/>
        </a:xfrm>
      </p:grpSpPr>
      <p:sp>
        <p:nvSpPr>
          <p:cNvPr id="38" name="Google Shape;38;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9"/>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2" name="Google Shape;42;p9"/>
          <p:cNvSpPr txBox="1"/>
          <p:nvPr>
            <p:ph idx="1" type="body"/>
          </p:nvPr>
        </p:nvSpPr>
        <p:spPr>
          <a:xfrm>
            <a:off x="819150" y="1990725"/>
            <a:ext cx="7505700" cy="2448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3" name="Google Shape;43;p9"/>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44" name="Shape 44"/>
        <p:cNvGrpSpPr/>
        <p:nvPr/>
      </p:nvGrpSpPr>
      <p:grpSpPr>
        <a:xfrm>
          <a:off x="0" y="0"/>
          <a:ext cx="0" cy="0"/>
          <a:chOff x="0" y="0"/>
          <a:chExt cx="0" cy="0"/>
        </a:xfrm>
      </p:grpSpPr>
      <p:sp>
        <p:nvSpPr>
          <p:cNvPr id="45" name="Google Shape;45;p10"/>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6" name="Google Shape;46;p10"/>
          <p:cNvGrpSpPr/>
          <p:nvPr/>
        </p:nvGrpSpPr>
        <p:grpSpPr>
          <a:xfrm>
            <a:off x="5594191" y="3961115"/>
            <a:ext cx="2910144" cy="1182340"/>
            <a:chOff x="6917201" y="0"/>
            <a:chExt cx="2227776" cy="863400"/>
          </a:xfrm>
        </p:grpSpPr>
        <p:sp>
          <p:nvSpPr>
            <p:cNvPr id="47" name="Google Shape;47;p10"/>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10"/>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10"/>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 name="Google Shape;50;p10"/>
          <p:cNvGrpSpPr/>
          <p:nvPr/>
        </p:nvGrpSpPr>
        <p:grpSpPr>
          <a:xfrm>
            <a:off x="199149" y="2"/>
            <a:ext cx="2795413" cy="1083308"/>
            <a:chOff x="6917201" y="0"/>
            <a:chExt cx="2227776" cy="863400"/>
          </a:xfrm>
        </p:grpSpPr>
        <p:sp>
          <p:nvSpPr>
            <p:cNvPr id="51" name="Google Shape;51;p10"/>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10"/>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10"/>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 name="Google Shape;54;p10"/>
          <p:cNvSpPr txBox="1"/>
          <p:nvPr>
            <p:ph type="title"/>
          </p:nvPr>
        </p:nvSpPr>
        <p:spPr>
          <a:xfrm>
            <a:off x="1888684" y="1746100"/>
            <a:ext cx="5377500" cy="1646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2"/>
              </a:buClr>
              <a:buSzPts val="3200"/>
              <a:buNone/>
              <a:defRPr sz="3200">
                <a:solidFill>
                  <a:schemeClr val="dk2"/>
                </a:solidFill>
              </a:defRPr>
            </a:lvl1pPr>
            <a:lvl2pPr lvl="1" algn="ctr">
              <a:lnSpc>
                <a:spcPct val="100000"/>
              </a:lnSpc>
              <a:spcBef>
                <a:spcPts val="0"/>
              </a:spcBef>
              <a:spcAft>
                <a:spcPts val="0"/>
              </a:spcAft>
              <a:buClr>
                <a:schemeClr val="dk2"/>
              </a:buClr>
              <a:buSzPts val="3200"/>
              <a:buNone/>
              <a:defRPr sz="3200">
                <a:solidFill>
                  <a:schemeClr val="dk2"/>
                </a:solidFill>
              </a:defRPr>
            </a:lvl2pPr>
            <a:lvl3pPr lvl="2" algn="ctr">
              <a:lnSpc>
                <a:spcPct val="100000"/>
              </a:lnSpc>
              <a:spcBef>
                <a:spcPts val="0"/>
              </a:spcBef>
              <a:spcAft>
                <a:spcPts val="0"/>
              </a:spcAft>
              <a:buClr>
                <a:schemeClr val="dk2"/>
              </a:buClr>
              <a:buSzPts val="3200"/>
              <a:buNone/>
              <a:defRPr sz="3200">
                <a:solidFill>
                  <a:schemeClr val="dk2"/>
                </a:solidFill>
              </a:defRPr>
            </a:lvl3pPr>
            <a:lvl4pPr lvl="3" algn="ctr">
              <a:lnSpc>
                <a:spcPct val="100000"/>
              </a:lnSpc>
              <a:spcBef>
                <a:spcPts val="0"/>
              </a:spcBef>
              <a:spcAft>
                <a:spcPts val="0"/>
              </a:spcAft>
              <a:buClr>
                <a:schemeClr val="dk2"/>
              </a:buClr>
              <a:buSzPts val="3200"/>
              <a:buNone/>
              <a:defRPr sz="3200">
                <a:solidFill>
                  <a:schemeClr val="dk2"/>
                </a:solidFill>
              </a:defRPr>
            </a:lvl4pPr>
            <a:lvl5pPr lvl="4" algn="ctr">
              <a:lnSpc>
                <a:spcPct val="100000"/>
              </a:lnSpc>
              <a:spcBef>
                <a:spcPts val="0"/>
              </a:spcBef>
              <a:spcAft>
                <a:spcPts val="0"/>
              </a:spcAft>
              <a:buClr>
                <a:schemeClr val="dk2"/>
              </a:buClr>
              <a:buSzPts val="3200"/>
              <a:buNone/>
              <a:defRPr sz="3200">
                <a:solidFill>
                  <a:schemeClr val="dk2"/>
                </a:solidFill>
              </a:defRPr>
            </a:lvl5pPr>
            <a:lvl6pPr lvl="5" algn="ctr">
              <a:lnSpc>
                <a:spcPct val="100000"/>
              </a:lnSpc>
              <a:spcBef>
                <a:spcPts val="0"/>
              </a:spcBef>
              <a:spcAft>
                <a:spcPts val="0"/>
              </a:spcAft>
              <a:buClr>
                <a:schemeClr val="dk2"/>
              </a:buClr>
              <a:buSzPts val="3200"/>
              <a:buNone/>
              <a:defRPr sz="3200">
                <a:solidFill>
                  <a:schemeClr val="dk2"/>
                </a:solidFill>
              </a:defRPr>
            </a:lvl6pPr>
            <a:lvl7pPr lvl="6" algn="ctr">
              <a:lnSpc>
                <a:spcPct val="100000"/>
              </a:lnSpc>
              <a:spcBef>
                <a:spcPts val="0"/>
              </a:spcBef>
              <a:spcAft>
                <a:spcPts val="0"/>
              </a:spcAft>
              <a:buClr>
                <a:schemeClr val="dk2"/>
              </a:buClr>
              <a:buSzPts val="3200"/>
              <a:buNone/>
              <a:defRPr sz="3200">
                <a:solidFill>
                  <a:schemeClr val="dk2"/>
                </a:solidFill>
              </a:defRPr>
            </a:lvl7pPr>
            <a:lvl8pPr lvl="7" algn="ctr">
              <a:lnSpc>
                <a:spcPct val="100000"/>
              </a:lnSpc>
              <a:spcBef>
                <a:spcPts val="0"/>
              </a:spcBef>
              <a:spcAft>
                <a:spcPts val="0"/>
              </a:spcAft>
              <a:buClr>
                <a:schemeClr val="dk2"/>
              </a:buClr>
              <a:buSzPts val="3200"/>
              <a:buNone/>
              <a:defRPr sz="3200">
                <a:solidFill>
                  <a:schemeClr val="dk2"/>
                </a:solidFill>
              </a:defRPr>
            </a:lvl8pPr>
            <a:lvl9pPr lvl="8" algn="ctr">
              <a:lnSpc>
                <a:spcPct val="100000"/>
              </a:lnSpc>
              <a:spcBef>
                <a:spcPts val="0"/>
              </a:spcBef>
              <a:spcAft>
                <a:spcPts val="0"/>
              </a:spcAft>
              <a:buClr>
                <a:schemeClr val="dk2"/>
              </a:buClr>
              <a:buSzPts val="3200"/>
              <a:buNone/>
              <a:defRPr sz="3200">
                <a:solidFill>
                  <a:schemeClr val="dk2"/>
                </a:solidFill>
              </a:defRPr>
            </a:lvl9pPr>
          </a:lstStyle>
          <a:p/>
        </p:txBody>
      </p:sp>
      <p:sp>
        <p:nvSpPr>
          <p:cNvPr id="55" name="Google Shape;55;p10"/>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11"/>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1"/>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1"/>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11"/>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1" name="Google Shape;61;p11"/>
          <p:cNvSpPr txBox="1"/>
          <p:nvPr>
            <p:ph idx="1" type="body"/>
          </p:nvPr>
        </p:nvSpPr>
        <p:spPr>
          <a:xfrm>
            <a:off x="819150" y="1990725"/>
            <a:ext cx="3686100" cy="2448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2" name="Google Shape;62;p11"/>
          <p:cNvSpPr txBox="1"/>
          <p:nvPr>
            <p:ph idx="2" type="body"/>
          </p:nvPr>
        </p:nvSpPr>
        <p:spPr>
          <a:xfrm>
            <a:off x="4638675" y="1990725"/>
            <a:ext cx="3686100" cy="2448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3" name="Google Shape;63;p1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12"/>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2"/>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2"/>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12"/>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9" name="Google Shape;69;p12"/>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13"/>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3"/>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3"/>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3"/>
          <p:cNvSpPr txBox="1"/>
          <p:nvPr>
            <p:ph type="title"/>
          </p:nvPr>
        </p:nvSpPr>
        <p:spPr>
          <a:xfrm>
            <a:off x="819150" y="845600"/>
            <a:ext cx="3709200" cy="1383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75" name="Google Shape;75;p13"/>
          <p:cNvSpPr txBox="1"/>
          <p:nvPr>
            <p:ph idx="1" type="body"/>
          </p:nvPr>
        </p:nvSpPr>
        <p:spPr>
          <a:xfrm>
            <a:off x="830700" y="2319050"/>
            <a:ext cx="3709200" cy="21198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6" name="Google Shape;76;p13"/>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14"/>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4"/>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0" name="Google Shape;80;p14"/>
          <p:cNvGrpSpPr/>
          <p:nvPr/>
        </p:nvGrpSpPr>
        <p:grpSpPr>
          <a:xfrm>
            <a:off x="255991" y="-118"/>
            <a:ext cx="2251347" cy="1043408"/>
            <a:chOff x="3961956" y="4383950"/>
            <a:chExt cx="1160548" cy="548700"/>
          </a:xfrm>
        </p:grpSpPr>
        <p:sp>
          <p:nvSpPr>
            <p:cNvPr id="81" name="Google Shape;81;p14"/>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4"/>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4"/>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4" name="Google Shape;84;p1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5" name="Google Shape;85;p14"/>
          <p:cNvGrpSpPr/>
          <p:nvPr/>
        </p:nvGrpSpPr>
        <p:grpSpPr>
          <a:xfrm>
            <a:off x="34934" y="4522125"/>
            <a:ext cx="1593305" cy="617072"/>
            <a:chOff x="6917201" y="0"/>
            <a:chExt cx="2227776" cy="863400"/>
          </a:xfrm>
        </p:grpSpPr>
        <p:sp>
          <p:nvSpPr>
            <p:cNvPr id="86" name="Google Shape;86;p14"/>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4"/>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4"/>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9" name="Google Shape;89;p14"/>
          <p:cNvGrpSpPr/>
          <p:nvPr/>
        </p:nvGrpSpPr>
        <p:grpSpPr>
          <a:xfrm>
            <a:off x="5886353" y="1243"/>
            <a:ext cx="3257454" cy="1261514"/>
            <a:chOff x="6917201" y="0"/>
            <a:chExt cx="2227776" cy="863400"/>
          </a:xfrm>
        </p:grpSpPr>
        <p:sp>
          <p:nvSpPr>
            <p:cNvPr id="90" name="Google Shape;90;p14"/>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4"/>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14"/>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3" name="Google Shape;93;p14"/>
          <p:cNvSpPr txBox="1"/>
          <p:nvPr>
            <p:ph type="title"/>
          </p:nvPr>
        </p:nvSpPr>
        <p:spPr>
          <a:xfrm>
            <a:off x="1393929" y="1301146"/>
            <a:ext cx="6366900" cy="25392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200"/>
              <a:buNone/>
              <a:defRPr sz="3200"/>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p:txBody>
      </p:sp>
      <p:sp>
        <p:nvSpPr>
          <p:cNvPr id="94" name="Google Shape;94;p14"/>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1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1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15"/>
          <p:cNvSpPr txBox="1"/>
          <p:nvPr>
            <p:ph type="title"/>
          </p:nvPr>
        </p:nvSpPr>
        <p:spPr>
          <a:xfrm>
            <a:off x="819150" y="845600"/>
            <a:ext cx="6424200" cy="705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0" name="Google Shape;100;p15"/>
          <p:cNvSpPr txBox="1"/>
          <p:nvPr>
            <p:ph idx="1" type="subTitle"/>
          </p:nvPr>
        </p:nvSpPr>
        <p:spPr>
          <a:xfrm>
            <a:off x="819150" y="1550700"/>
            <a:ext cx="5859900" cy="39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1600"/>
              <a:buNone/>
              <a:defRPr sz="1600">
                <a:solidFill>
                  <a:schemeClr val="lt1"/>
                </a:solidFill>
              </a:defRPr>
            </a:lvl1pPr>
            <a:lvl2pPr lvl="1" algn="l">
              <a:lnSpc>
                <a:spcPct val="100000"/>
              </a:lnSpc>
              <a:spcBef>
                <a:spcPts val="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15"/>
          <p:cNvSpPr txBox="1"/>
          <p:nvPr>
            <p:ph idx="2" type="body"/>
          </p:nvPr>
        </p:nvSpPr>
        <p:spPr>
          <a:xfrm>
            <a:off x="819150" y="2467050"/>
            <a:ext cx="5859900" cy="209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02" name="Google Shape;102;p15"/>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6"/>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16"/>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6"/>
          <p:cNvSpPr txBox="1"/>
          <p:nvPr>
            <p:ph idx="1" type="body"/>
          </p:nvPr>
        </p:nvSpPr>
        <p:spPr>
          <a:xfrm>
            <a:off x="328025" y="4163500"/>
            <a:ext cx="7415100" cy="605100"/>
          </a:xfrm>
          <a:prstGeom prst="rect">
            <a:avLst/>
          </a:prstGeom>
          <a:noFill/>
          <a:ln>
            <a:noFill/>
          </a:ln>
        </p:spPr>
        <p:txBody>
          <a:bodyPr anchorCtr="0" anchor="b"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108" name="Google Shape;108;p16"/>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7"/>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1" name="Google Shape;111;p17"/>
          <p:cNvGrpSpPr/>
          <p:nvPr/>
        </p:nvGrpSpPr>
        <p:grpSpPr>
          <a:xfrm>
            <a:off x="5959222" y="4119576"/>
            <a:ext cx="2520951" cy="1024165"/>
            <a:chOff x="6917201" y="0"/>
            <a:chExt cx="2227776" cy="863400"/>
          </a:xfrm>
        </p:grpSpPr>
        <p:sp>
          <p:nvSpPr>
            <p:cNvPr id="112" name="Google Shape;112;p17"/>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7"/>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17"/>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5" name="Google Shape;115;p17"/>
          <p:cNvGrpSpPr/>
          <p:nvPr/>
        </p:nvGrpSpPr>
        <p:grpSpPr>
          <a:xfrm>
            <a:off x="199149" y="2"/>
            <a:ext cx="2795413" cy="1083308"/>
            <a:chOff x="6917201" y="0"/>
            <a:chExt cx="2227776" cy="863400"/>
          </a:xfrm>
        </p:grpSpPr>
        <p:sp>
          <p:nvSpPr>
            <p:cNvPr id="116" name="Google Shape;116;p17"/>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7"/>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7"/>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9" name="Google Shape;119;p17"/>
          <p:cNvSpPr txBox="1"/>
          <p:nvPr>
            <p:ph hasCustomPrompt="1" type="title"/>
          </p:nvPr>
        </p:nvSpPr>
        <p:spPr>
          <a:xfrm>
            <a:off x="1385850" y="1383850"/>
            <a:ext cx="6372300" cy="13797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2"/>
              </a:buClr>
              <a:buSzPts val="8600"/>
              <a:buNone/>
              <a:defRPr sz="8600">
                <a:solidFill>
                  <a:schemeClr val="dk2"/>
                </a:solidFill>
              </a:defRPr>
            </a:lvl1pPr>
            <a:lvl2pPr lvl="1" algn="ctr">
              <a:lnSpc>
                <a:spcPct val="100000"/>
              </a:lnSpc>
              <a:spcBef>
                <a:spcPts val="0"/>
              </a:spcBef>
              <a:spcAft>
                <a:spcPts val="0"/>
              </a:spcAft>
              <a:buClr>
                <a:schemeClr val="dk2"/>
              </a:buClr>
              <a:buSzPts val="8600"/>
              <a:buNone/>
              <a:defRPr sz="8600">
                <a:solidFill>
                  <a:schemeClr val="dk2"/>
                </a:solidFill>
              </a:defRPr>
            </a:lvl2pPr>
            <a:lvl3pPr lvl="2" algn="ctr">
              <a:lnSpc>
                <a:spcPct val="100000"/>
              </a:lnSpc>
              <a:spcBef>
                <a:spcPts val="0"/>
              </a:spcBef>
              <a:spcAft>
                <a:spcPts val="0"/>
              </a:spcAft>
              <a:buClr>
                <a:schemeClr val="dk2"/>
              </a:buClr>
              <a:buSzPts val="8600"/>
              <a:buNone/>
              <a:defRPr sz="8600">
                <a:solidFill>
                  <a:schemeClr val="dk2"/>
                </a:solidFill>
              </a:defRPr>
            </a:lvl3pPr>
            <a:lvl4pPr lvl="3" algn="ctr">
              <a:lnSpc>
                <a:spcPct val="100000"/>
              </a:lnSpc>
              <a:spcBef>
                <a:spcPts val="0"/>
              </a:spcBef>
              <a:spcAft>
                <a:spcPts val="0"/>
              </a:spcAft>
              <a:buClr>
                <a:schemeClr val="dk2"/>
              </a:buClr>
              <a:buSzPts val="8600"/>
              <a:buNone/>
              <a:defRPr sz="8600">
                <a:solidFill>
                  <a:schemeClr val="dk2"/>
                </a:solidFill>
              </a:defRPr>
            </a:lvl4pPr>
            <a:lvl5pPr lvl="4" algn="ctr">
              <a:lnSpc>
                <a:spcPct val="100000"/>
              </a:lnSpc>
              <a:spcBef>
                <a:spcPts val="0"/>
              </a:spcBef>
              <a:spcAft>
                <a:spcPts val="0"/>
              </a:spcAft>
              <a:buClr>
                <a:schemeClr val="dk2"/>
              </a:buClr>
              <a:buSzPts val="8600"/>
              <a:buNone/>
              <a:defRPr sz="8600">
                <a:solidFill>
                  <a:schemeClr val="dk2"/>
                </a:solidFill>
              </a:defRPr>
            </a:lvl5pPr>
            <a:lvl6pPr lvl="5" algn="ctr">
              <a:lnSpc>
                <a:spcPct val="100000"/>
              </a:lnSpc>
              <a:spcBef>
                <a:spcPts val="0"/>
              </a:spcBef>
              <a:spcAft>
                <a:spcPts val="0"/>
              </a:spcAft>
              <a:buClr>
                <a:schemeClr val="dk2"/>
              </a:buClr>
              <a:buSzPts val="8600"/>
              <a:buNone/>
              <a:defRPr sz="8600">
                <a:solidFill>
                  <a:schemeClr val="dk2"/>
                </a:solidFill>
              </a:defRPr>
            </a:lvl6pPr>
            <a:lvl7pPr lvl="6" algn="ctr">
              <a:lnSpc>
                <a:spcPct val="100000"/>
              </a:lnSpc>
              <a:spcBef>
                <a:spcPts val="0"/>
              </a:spcBef>
              <a:spcAft>
                <a:spcPts val="0"/>
              </a:spcAft>
              <a:buClr>
                <a:schemeClr val="dk2"/>
              </a:buClr>
              <a:buSzPts val="8600"/>
              <a:buNone/>
              <a:defRPr sz="8600">
                <a:solidFill>
                  <a:schemeClr val="dk2"/>
                </a:solidFill>
              </a:defRPr>
            </a:lvl7pPr>
            <a:lvl8pPr lvl="7" algn="ctr">
              <a:lnSpc>
                <a:spcPct val="100000"/>
              </a:lnSpc>
              <a:spcBef>
                <a:spcPts val="0"/>
              </a:spcBef>
              <a:spcAft>
                <a:spcPts val="0"/>
              </a:spcAft>
              <a:buClr>
                <a:schemeClr val="dk2"/>
              </a:buClr>
              <a:buSzPts val="8600"/>
              <a:buNone/>
              <a:defRPr sz="8600">
                <a:solidFill>
                  <a:schemeClr val="dk2"/>
                </a:solidFill>
              </a:defRPr>
            </a:lvl8pPr>
            <a:lvl9pPr lvl="8" algn="ctr">
              <a:lnSpc>
                <a:spcPct val="100000"/>
              </a:lnSpc>
              <a:spcBef>
                <a:spcPts val="0"/>
              </a:spcBef>
              <a:spcAft>
                <a:spcPts val="0"/>
              </a:spcAft>
              <a:buClr>
                <a:schemeClr val="dk2"/>
              </a:buClr>
              <a:buSzPts val="8600"/>
              <a:buNone/>
              <a:defRPr sz="8600">
                <a:solidFill>
                  <a:schemeClr val="dk2"/>
                </a:solidFill>
              </a:defRPr>
            </a:lvl9pPr>
          </a:lstStyle>
          <a:p>
            <a:r>
              <a:t>xx%</a:t>
            </a:r>
          </a:p>
        </p:txBody>
      </p:sp>
      <p:sp>
        <p:nvSpPr>
          <p:cNvPr id="120" name="Google Shape;120;p17"/>
          <p:cNvSpPr txBox="1"/>
          <p:nvPr>
            <p:ph idx="1" type="body"/>
          </p:nvPr>
        </p:nvSpPr>
        <p:spPr>
          <a:xfrm>
            <a:off x="1385850" y="2863850"/>
            <a:ext cx="6372300" cy="641100"/>
          </a:xfrm>
          <a:prstGeom prst="rect">
            <a:avLst/>
          </a:prstGeom>
          <a:noFill/>
          <a:ln>
            <a:noFill/>
          </a:ln>
        </p:spPr>
        <p:txBody>
          <a:bodyPr anchorCtr="0" anchor="t" bIns="91425" lIns="91425" spcFirstLastPara="1" rIns="91425" wrap="square" tIns="91425">
            <a:normAutofit/>
          </a:bodyPr>
          <a:lstStyle>
            <a:lvl1pPr indent="-311150" lvl="0" marL="457200" algn="ctr">
              <a:lnSpc>
                <a:spcPct val="115000"/>
              </a:lnSpc>
              <a:spcBef>
                <a:spcPts val="0"/>
              </a:spcBef>
              <a:spcAft>
                <a:spcPts val="0"/>
              </a:spcAft>
              <a:buSzPts val="1300"/>
              <a:buChar char="●"/>
              <a:defRPr/>
            </a:lvl1pPr>
            <a:lvl2pPr indent="-298450" lvl="1" marL="914400" algn="ctr">
              <a:lnSpc>
                <a:spcPct val="115000"/>
              </a:lnSpc>
              <a:spcBef>
                <a:spcPts val="0"/>
              </a:spcBef>
              <a:spcAft>
                <a:spcPts val="0"/>
              </a:spcAft>
              <a:buSzPts val="1100"/>
              <a:buChar char="○"/>
              <a:defRPr/>
            </a:lvl2pPr>
            <a:lvl3pPr indent="-298450" lvl="2" marL="1371600" algn="ctr">
              <a:lnSpc>
                <a:spcPct val="115000"/>
              </a:lnSpc>
              <a:spcBef>
                <a:spcPts val="0"/>
              </a:spcBef>
              <a:spcAft>
                <a:spcPts val="0"/>
              </a:spcAft>
              <a:buSzPts val="1100"/>
              <a:buChar char="■"/>
              <a:defRPr/>
            </a:lvl3pPr>
            <a:lvl4pPr indent="-298450" lvl="3" marL="1828800" algn="ctr">
              <a:lnSpc>
                <a:spcPct val="115000"/>
              </a:lnSpc>
              <a:spcBef>
                <a:spcPts val="0"/>
              </a:spcBef>
              <a:spcAft>
                <a:spcPts val="0"/>
              </a:spcAft>
              <a:buSzPts val="1100"/>
              <a:buChar char="●"/>
              <a:defRPr/>
            </a:lvl4pPr>
            <a:lvl5pPr indent="-298450" lvl="4" marL="2286000" algn="ctr">
              <a:lnSpc>
                <a:spcPct val="115000"/>
              </a:lnSpc>
              <a:spcBef>
                <a:spcPts val="0"/>
              </a:spcBef>
              <a:spcAft>
                <a:spcPts val="0"/>
              </a:spcAft>
              <a:buSzPts val="1100"/>
              <a:buChar char="○"/>
              <a:defRPr/>
            </a:lvl5pPr>
            <a:lvl6pPr indent="-298450" lvl="5" marL="2743200" algn="ctr">
              <a:lnSpc>
                <a:spcPct val="115000"/>
              </a:lnSpc>
              <a:spcBef>
                <a:spcPts val="0"/>
              </a:spcBef>
              <a:spcAft>
                <a:spcPts val="0"/>
              </a:spcAft>
              <a:buSzPts val="1100"/>
              <a:buChar char="■"/>
              <a:defRPr/>
            </a:lvl6pPr>
            <a:lvl7pPr indent="-298450" lvl="6" marL="3200400" algn="ctr">
              <a:lnSpc>
                <a:spcPct val="115000"/>
              </a:lnSpc>
              <a:spcBef>
                <a:spcPts val="0"/>
              </a:spcBef>
              <a:spcAft>
                <a:spcPts val="0"/>
              </a:spcAft>
              <a:buSzPts val="1100"/>
              <a:buChar char="●"/>
              <a:defRPr/>
            </a:lvl7pPr>
            <a:lvl8pPr indent="-298450" lvl="7" marL="3657600" algn="ctr">
              <a:lnSpc>
                <a:spcPct val="115000"/>
              </a:lnSpc>
              <a:spcBef>
                <a:spcPts val="0"/>
              </a:spcBef>
              <a:spcAft>
                <a:spcPts val="0"/>
              </a:spcAft>
              <a:buSzPts val="1100"/>
              <a:buChar char="○"/>
              <a:defRPr/>
            </a:lvl8pPr>
            <a:lvl9pPr indent="-298450" lvl="8" marL="4114800" algn="ctr">
              <a:lnSpc>
                <a:spcPct val="115000"/>
              </a:lnSpc>
              <a:spcBef>
                <a:spcPts val="0"/>
              </a:spcBef>
              <a:spcAft>
                <a:spcPts val="0"/>
              </a:spcAft>
              <a:buSzPts val="1100"/>
              <a:buChar char="■"/>
              <a:defRPr/>
            </a:lvl9pPr>
          </a:lstStyle>
          <a:p/>
        </p:txBody>
      </p:sp>
      <p:sp>
        <p:nvSpPr>
          <p:cNvPr id="121" name="Google Shape;121;p17"/>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8"/>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1pPr>
            <a:lvl2pPr lvl="1"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2pPr>
            <a:lvl3pPr lvl="2"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3pPr>
            <a:lvl4pPr lvl="3"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4pPr>
            <a:lvl5pPr lvl="4"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5pPr>
            <a:lvl6pPr lvl="5"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6pPr>
            <a:lvl7pPr lvl="6"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7pPr>
            <a:lvl8pPr lvl="7"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8pPr>
            <a:lvl9pPr lvl="8"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9pPr>
          </a:lstStyle>
          <a:p/>
        </p:txBody>
      </p:sp>
      <p:sp>
        <p:nvSpPr>
          <p:cNvPr id="7" name="Google Shape;7;p7"/>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dk2"/>
              </a:buClr>
              <a:buSzPts val="1300"/>
              <a:buFont typeface="Calibri"/>
              <a:buChar char="●"/>
              <a:defRPr b="0" i="0" sz="1300" u="none" cap="none" strike="noStrike">
                <a:solidFill>
                  <a:schemeClr val="dk2"/>
                </a:solidFill>
                <a:latin typeface="Calibri"/>
                <a:ea typeface="Calibri"/>
                <a:cs typeface="Calibri"/>
                <a:sym typeface="Calibri"/>
              </a:defRPr>
            </a:lvl1pPr>
            <a:lvl2pPr indent="-298450" lvl="1" marL="9144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2pPr>
            <a:lvl3pPr indent="-298450" lvl="2" marL="13716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3pPr>
            <a:lvl4pPr indent="-298450" lvl="3" marL="18288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4pPr>
            <a:lvl5pPr indent="-298450" lvl="4" marL="22860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5pPr>
            <a:lvl6pPr indent="-298450" lvl="5" marL="27432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6pPr>
            <a:lvl7pPr indent="-298450" lvl="6" marL="32004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7pPr>
            <a:lvl8pPr indent="-298450" lvl="7" marL="36576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8pPr>
            <a:lvl9pPr indent="-298450" lvl="8" marL="41148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9pPr>
          </a:lstStyle>
          <a:p/>
        </p:txBody>
      </p:sp>
      <p:sp>
        <p:nvSpPr>
          <p:cNvPr id="8" name="Google Shape;8;p7"/>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hyperlink" Target="http://www.youtube.com/watch?v=_dHu5TFxPtk" TargetMode="External"/><Relationship Id="rId5"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
          <p:cNvSpPr txBox="1"/>
          <p:nvPr>
            <p:ph type="ctrTitle"/>
          </p:nvPr>
        </p:nvSpPr>
        <p:spPr>
          <a:xfrm>
            <a:off x="1891353" y="856283"/>
            <a:ext cx="5361300" cy="14481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800"/>
              <a:buNone/>
            </a:pPr>
            <a:r>
              <a:rPr lang="en-GB"/>
              <a:t>Maths Daily Practice</a:t>
            </a:r>
            <a:endParaRPr/>
          </a:p>
          <a:p>
            <a:pPr indent="0" lvl="0" marL="0" rtl="0" algn="ctr">
              <a:lnSpc>
                <a:spcPct val="100000"/>
              </a:lnSpc>
              <a:spcBef>
                <a:spcPts val="0"/>
              </a:spcBef>
              <a:spcAft>
                <a:spcPts val="0"/>
              </a:spcAft>
              <a:buSzPts val="3800"/>
              <a:buNone/>
            </a:pPr>
            <a:r>
              <a:rPr lang="en-GB">
                <a:solidFill>
                  <a:srgbClr val="000000"/>
                </a:solidFill>
              </a:rPr>
              <a:t>Grade 1 - Week 2</a:t>
            </a:r>
            <a:r>
              <a:rPr lang="en-GB"/>
              <a:t> </a:t>
            </a:r>
            <a:endParaRPr/>
          </a:p>
        </p:txBody>
      </p:sp>
      <p:sp>
        <p:nvSpPr>
          <p:cNvPr id="129" name="Google Shape;129;p1"/>
          <p:cNvSpPr txBox="1"/>
          <p:nvPr>
            <p:ph idx="1" type="subTitle"/>
          </p:nvPr>
        </p:nvSpPr>
        <p:spPr>
          <a:xfrm>
            <a:off x="920525" y="2410625"/>
            <a:ext cx="7076700" cy="1525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688"/>
              <a:buNone/>
            </a:pPr>
            <a:r>
              <a:rPr lang="en-GB" sz="2100"/>
              <a:t>Complete this work in a notebook at home. This is not mandatory homework.</a:t>
            </a:r>
            <a:endParaRPr sz="2100"/>
          </a:p>
          <a:p>
            <a:pPr indent="0" lvl="0" marL="0" rtl="0" algn="ctr">
              <a:lnSpc>
                <a:spcPct val="100000"/>
              </a:lnSpc>
              <a:spcBef>
                <a:spcPts val="0"/>
              </a:spcBef>
              <a:spcAft>
                <a:spcPts val="0"/>
              </a:spcAft>
              <a:buSzPts val="688"/>
              <a:buNone/>
            </a:pPr>
            <a:r>
              <a:rPr lang="en-GB" sz="2100"/>
              <a:t>Therefore, it does not need bringing into school. This is optional practice to support the learning taking place in school.</a:t>
            </a:r>
            <a:endParaRPr sz="2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
          <p:cNvSpPr txBox="1"/>
          <p:nvPr>
            <p:ph type="title"/>
          </p:nvPr>
        </p:nvSpPr>
        <p:spPr>
          <a:xfrm>
            <a:off x="301325" y="327800"/>
            <a:ext cx="7505700" cy="954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Daily practice 1</a:t>
            </a:r>
            <a:endParaRPr/>
          </a:p>
          <a:p>
            <a:pPr indent="0" lvl="0" marL="0" rtl="0" algn="l">
              <a:lnSpc>
                <a:spcPct val="100000"/>
              </a:lnSpc>
              <a:spcBef>
                <a:spcPts val="0"/>
              </a:spcBef>
              <a:spcAft>
                <a:spcPts val="0"/>
              </a:spcAft>
              <a:buSzPct val="111111"/>
              <a:buNone/>
            </a:pPr>
            <a:r>
              <a:rPr lang="en-GB"/>
              <a:t>Partitioning into tens and ones</a:t>
            </a:r>
            <a:endParaRPr/>
          </a:p>
        </p:txBody>
      </p:sp>
      <p:sp>
        <p:nvSpPr>
          <p:cNvPr id="135" name="Google Shape;135;p2"/>
          <p:cNvSpPr txBox="1"/>
          <p:nvPr>
            <p:ph idx="1" type="body"/>
          </p:nvPr>
        </p:nvSpPr>
        <p:spPr>
          <a:xfrm>
            <a:off x="301325" y="1438400"/>
            <a:ext cx="4848300" cy="244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rPr lang="en-GB" sz="1600"/>
              <a:t>Complete the part-whole models by writing the correct numbers in the spaces. </a:t>
            </a:r>
            <a:endParaRPr sz="1800"/>
          </a:p>
        </p:txBody>
      </p:sp>
      <p:pic>
        <p:nvPicPr>
          <p:cNvPr id="136" name="Google Shape;136;p2"/>
          <p:cNvPicPr preferRelativeResize="0"/>
          <p:nvPr/>
        </p:nvPicPr>
        <p:blipFill>
          <a:blip r:embed="rId3">
            <a:alphaModFix/>
          </a:blip>
          <a:stretch>
            <a:fillRect/>
          </a:stretch>
        </p:blipFill>
        <p:spPr>
          <a:xfrm>
            <a:off x="5149747" y="187187"/>
            <a:ext cx="3814000" cy="4769126"/>
          </a:xfrm>
          <a:prstGeom prst="rect">
            <a:avLst/>
          </a:prstGeom>
          <a:noFill/>
          <a:ln>
            <a:noFill/>
          </a:ln>
        </p:spPr>
      </p:pic>
      <p:pic>
        <p:nvPicPr>
          <p:cNvPr descr="Thousands of parents and educators are turning to the kids’ learning app that makes real learning truly fun. Try Kids Academy with &#10; 3-day FREE TRIAL! https://bit.ly/2GuGyL2&#10;&#10;Place Value: Ones and Tens | Math for Grade 2 | Kids Academy&#10;&#10;#kidsacademy #LearnWithKidsAcademy&#10;&#10;Connect with us on :&#10;App Store: https://apps.apple.com/app/apple-store/id543851593&#10;Google Play: https://play.google.com/store/apps/details?id=air.mobi.ka.platform.gp.cont1.free &#10;&#10;Our website:  http://www.kidsacademy.mobi&#10;Instagram: https://www.instagram.com/kidsacademyco&#10;Facebook: https://www.facebook.com/KidsAcademyCompany&#10;&#10;Kids are introduced to the concept of place value in the second grade. Place Value is a core concept in math. But it’s difficult to teach a kid that the value of a digit (0-9) is dependent upon its position in a number. In place value, you have to teach the kid the position that a number holds and the value that number has. &#10;You have to keep in mind that every kid will learn at his/her own pace so you have to be patient and understanding. The right time to teach place value is after the kids have learned to count and can perform simple additions and subtractions.&#10;&#10; Hands-on methods and practical games are the most effective ways of teaching place value to a kid. One such method is by using poker chips.&#10;Here are the steps for teaching place value using poker chips.&#10;&#10;1. Introduce Group Counting&#10;Teach students how to skip count in twos, threes, fours, fives, and tens. Especially emphasize the ‘sense of ten’. This concept is fundamental for the understanding of place value.&#10;&#10;2. Teach the difference between numbers and digits&#10;The basic ten number symbols (0, 1, 2, 3, 4, 5, 6, 7, 8, and 9) are known as digits. These digits are combined together to make all other numbers in mathematics. Draw examples to demonstrate that ‘3’ and ‘5’are digits on their own but when combined, they make the number thirty-five.&#10;&#10;3. Use a Number Board&#10;Draw or print out a number board that contains numbers in sequential order from 1- 100. Explain to the kids using visual examples how the numbers from 0-9 interact with the numbers from 10 - 100. Teach the kids that every number from 10 – 99 is made up of two numbers. One number is in the ‘ones’ place and the second number is in the ‘tens’ place. &#10;&#10;4. Use an Interactive Example&#10;Now take out the poker chips and distribute them among the kids. Tell them that white poker chips stand for the ‘ones’ place whereas the blue poker chips stand for the ‘tens’ place. Now show the kids how to create numbers using place value with the help of poker chips.&#10;It is not necessary to use poker chips or pebbles specifically. But it is your responsibility to make learning fun for the kids so you can use any small colored objects to demonstrate the examples." id="137" name="Google Shape;137;p2" title="Place Value: Ones and Tens | Math for Grade 2 | Kids Academy">
            <a:hlinkClick r:id="rId4"/>
          </p:cNvPr>
          <p:cNvPicPr preferRelativeResize="0"/>
          <p:nvPr/>
        </p:nvPicPr>
        <p:blipFill>
          <a:blip r:embed="rId5">
            <a:alphaModFix/>
          </a:blip>
          <a:stretch>
            <a:fillRect/>
          </a:stretch>
        </p:blipFill>
        <p:spPr>
          <a:xfrm>
            <a:off x="389950" y="2220800"/>
            <a:ext cx="4664050" cy="2623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1000"/>
                                        <p:tgtEl>
                                          <p:spTgt spid="1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
          <p:cNvSpPr txBox="1"/>
          <p:nvPr>
            <p:ph type="title"/>
          </p:nvPr>
        </p:nvSpPr>
        <p:spPr>
          <a:xfrm>
            <a:off x="301325" y="327800"/>
            <a:ext cx="7505700" cy="954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Daily practice 2</a:t>
            </a:r>
            <a:endParaRPr/>
          </a:p>
          <a:p>
            <a:pPr indent="0" lvl="0" marL="0" rtl="0" algn="l">
              <a:lnSpc>
                <a:spcPct val="100000"/>
              </a:lnSpc>
              <a:spcBef>
                <a:spcPts val="0"/>
              </a:spcBef>
              <a:spcAft>
                <a:spcPts val="0"/>
              </a:spcAft>
              <a:buSzPct val="111111"/>
              <a:buNone/>
            </a:pPr>
            <a:r>
              <a:rPr lang="en-GB"/>
              <a:t>Number spelling</a:t>
            </a:r>
            <a:endParaRPr/>
          </a:p>
        </p:txBody>
      </p:sp>
      <p:sp>
        <p:nvSpPr>
          <p:cNvPr id="143" name="Google Shape;143;p3"/>
          <p:cNvSpPr txBox="1"/>
          <p:nvPr>
            <p:ph idx="1" type="body"/>
          </p:nvPr>
        </p:nvSpPr>
        <p:spPr>
          <a:xfrm>
            <a:off x="301325" y="1438400"/>
            <a:ext cx="3691500" cy="244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lang="en-GB" sz="1900"/>
              <a:t>Many numbers do not follow simple phonetic rules. Therefore, students must practice and remember how to spell numbers to 20.</a:t>
            </a:r>
            <a:endParaRPr sz="1900"/>
          </a:p>
          <a:p>
            <a:pPr indent="0" lvl="0" marL="0" rtl="0" algn="l">
              <a:lnSpc>
                <a:spcPct val="115000"/>
              </a:lnSpc>
              <a:spcBef>
                <a:spcPts val="1200"/>
              </a:spcBef>
              <a:spcAft>
                <a:spcPts val="1200"/>
              </a:spcAft>
              <a:buSzPts val="1300"/>
              <a:buNone/>
            </a:pPr>
            <a:r>
              <a:rPr lang="en-GB" sz="1900"/>
              <a:t>Practice writing these numbers and then test your child to see if they can remember their spellings without looking.</a:t>
            </a:r>
            <a:endParaRPr sz="1900"/>
          </a:p>
        </p:txBody>
      </p:sp>
      <p:pic>
        <p:nvPicPr>
          <p:cNvPr id="144" name="Google Shape;144;p3"/>
          <p:cNvPicPr preferRelativeResize="0"/>
          <p:nvPr/>
        </p:nvPicPr>
        <p:blipFill rotWithShape="1">
          <a:blip r:embed="rId3">
            <a:alphaModFix/>
          </a:blip>
          <a:srcRect b="0" l="50573" r="0" t="9486"/>
          <a:stretch/>
        </p:blipFill>
        <p:spPr>
          <a:xfrm>
            <a:off x="6426501" y="224675"/>
            <a:ext cx="2517900" cy="4749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4"/>
          <p:cNvSpPr txBox="1"/>
          <p:nvPr>
            <p:ph type="title"/>
          </p:nvPr>
        </p:nvSpPr>
        <p:spPr>
          <a:xfrm>
            <a:off x="301325" y="327800"/>
            <a:ext cx="7505700" cy="954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Daily practice 3</a:t>
            </a:r>
            <a:endParaRPr/>
          </a:p>
          <a:p>
            <a:pPr indent="0" lvl="0" marL="0" rtl="0" algn="l">
              <a:lnSpc>
                <a:spcPct val="100000"/>
              </a:lnSpc>
              <a:spcBef>
                <a:spcPts val="0"/>
              </a:spcBef>
              <a:spcAft>
                <a:spcPts val="0"/>
              </a:spcAft>
              <a:buSzPct val="111111"/>
              <a:buNone/>
            </a:pPr>
            <a:r>
              <a:rPr lang="en-GB"/>
              <a:t>Place Value </a:t>
            </a:r>
            <a:endParaRPr/>
          </a:p>
        </p:txBody>
      </p:sp>
      <p:sp>
        <p:nvSpPr>
          <p:cNvPr id="150" name="Google Shape;150;p4"/>
          <p:cNvSpPr txBox="1"/>
          <p:nvPr>
            <p:ph idx="1" type="body"/>
          </p:nvPr>
        </p:nvSpPr>
        <p:spPr>
          <a:xfrm>
            <a:off x="5149325" y="3803025"/>
            <a:ext cx="3607200" cy="1184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rPr lang="en-GB" sz="1600"/>
              <a:t>Use a 100s grid and place value understanding to find the missing numbers.</a:t>
            </a:r>
            <a:endParaRPr sz="1600"/>
          </a:p>
        </p:txBody>
      </p:sp>
      <p:pic>
        <p:nvPicPr>
          <p:cNvPr id="151" name="Google Shape;151;p4"/>
          <p:cNvPicPr preferRelativeResize="0"/>
          <p:nvPr/>
        </p:nvPicPr>
        <p:blipFill rotWithShape="1">
          <a:blip r:embed="rId3">
            <a:alphaModFix/>
          </a:blip>
          <a:srcRect b="0" l="0" r="0" t="0"/>
          <a:stretch/>
        </p:blipFill>
        <p:spPr>
          <a:xfrm>
            <a:off x="5149329" y="327800"/>
            <a:ext cx="3691500" cy="3343764"/>
          </a:xfrm>
          <a:prstGeom prst="rect">
            <a:avLst/>
          </a:prstGeom>
          <a:noFill/>
          <a:ln>
            <a:noFill/>
          </a:ln>
        </p:spPr>
      </p:pic>
      <p:pic>
        <p:nvPicPr>
          <p:cNvPr id="152" name="Google Shape;152;p4"/>
          <p:cNvPicPr preferRelativeResize="0"/>
          <p:nvPr/>
        </p:nvPicPr>
        <p:blipFill>
          <a:blip r:embed="rId4">
            <a:alphaModFix/>
          </a:blip>
          <a:stretch>
            <a:fillRect/>
          </a:stretch>
        </p:blipFill>
        <p:spPr>
          <a:xfrm>
            <a:off x="215027" y="1282400"/>
            <a:ext cx="4829129" cy="3705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5"/>
          <p:cNvSpPr txBox="1"/>
          <p:nvPr>
            <p:ph type="title"/>
          </p:nvPr>
        </p:nvSpPr>
        <p:spPr>
          <a:xfrm>
            <a:off x="301325" y="327800"/>
            <a:ext cx="7505700" cy="954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Daily practice 4</a:t>
            </a:r>
            <a:endParaRPr/>
          </a:p>
          <a:p>
            <a:pPr indent="0" lvl="0" marL="0" rtl="0" algn="l">
              <a:lnSpc>
                <a:spcPct val="100000"/>
              </a:lnSpc>
              <a:spcBef>
                <a:spcPts val="0"/>
              </a:spcBef>
              <a:spcAft>
                <a:spcPts val="0"/>
              </a:spcAft>
              <a:buSzPct val="111111"/>
              <a:buNone/>
            </a:pPr>
            <a:r>
              <a:rPr lang="en-GB"/>
              <a:t>Tens and Ones</a:t>
            </a:r>
            <a:endParaRPr/>
          </a:p>
        </p:txBody>
      </p:sp>
      <p:sp>
        <p:nvSpPr>
          <p:cNvPr id="158" name="Google Shape;158;p5"/>
          <p:cNvSpPr txBox="1"/>
          <p:nvPr>
            <p:ph idx="1" type="body"/>
          </p:nvPr>
        </p:nvSpPr>
        <p:spPr>
          <a:xfrm>
            <a:off x="301325" y="1438400"/>
            <a:ext cx="3691500" cy="244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rPr lang="en-GB" sz="2700"/>
              <a:t>Count the tens and ones, then add them together to make a 2-digit number.</a:t>
            </a:r>
            <a:endParaRPr sz="2700"/>
          </a:p>
        </p:txBody>
      </p:sp>
      <p:pic>
        <p:nvPicPr>
          <p:cNvPr id="159" name="Google Shape;159;p5"/>
          <p:cNvPicPr preferRelativeResize="0"/>
          <p:nvPr/>
        </p:nvPicPr>
        <p:blipFill>
          <a:blip r:embed="rId3">
            <a:alphaModFix/>
          </a:blip>
          <a:stretch>
            <a:fillRect/>
          </a:stretch>
        </p:blipFill>
        <p:spPr>
          <a:xfrm>
            <a:off x="5511727" y="211175"/>
            <a:ext cx="3419600" cy="4783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6"/>
          <p:cNvSpPr txBox="1"/>
          <p:nvPr>
            <p:ph type="title"/>
          </p:nvPr>
        </p:nvSpPr>
        <p:spPr>
          <a:xfrm>
            <a:off x="301325" y="327800"/>
            <a:ext cx="7505700" cy="954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Daily practice 5</a:t>
            </a:r>
            <a:endParaRPr/>
          </a:p>
          <a:p>
            <a:pPr indent="0" lvl="0" marL="0" rtl="0" algn="l">
              <a:lnSpc>
                <a:spcPct val="100000"/>
              </a:lnSpc>
              <a:spcBef>
                <a:spcPts val="0"/>
              </a:spcBef>
              <a:spcAft>
                <a:spcPts val="0"/>
              </a:spcAft>
              <a:buSzPct val="111111"/>
              <a:buNone/>
            </a:pPr>
            <a:r>
              <a:rPr lang="en-GB"/>
              <a:t>Using a number line</a:t>
            </a:r>
            <a:endParaRPr/>
          </a:p>
        </p:txBody>
      </p:sp>
      <p:sp>
        <p:nvSpPr>
          <p:cNvPr id="165" name="Google Shape;165;p6"/>
          <p:cNvSpPr txBox="1"/>
          <p:nvPr>
            <p:ph idx="1" type="body"/>
          </p:nvPr>
        </p:nvSpPr>
        <p:spPr>
          <a:xfrm>
            <a:off x="3977725" y="247450"/>
            <a:ext cx="4846500" cy="3060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n-GB" sz="2000"/>
              <a:t>Use your understanding of counting in 1s to place the numbers onto their correct </a:t>
            </a:r>
            <a:r>
              <a:rPr lang="en-GB" sz="2000"/>
              <a:t>position</a:t>
            </a:r>
            <a:r>
              <a:rPr lang="en-GB" sz="2000"/>
              <a:t> on the two number lines.</a:t>
            </a:r>
            <a:endParaRPr sz="2000"/>
          </a:p>
        </p:txBody>
      </p:sp>
      <p:pic>
        <p:nvPicPr>
          <p:cNvPr id="166" name="Google Shape;166;p6"/>
          <p:cNvPicPr preferRelativeResize="0"/>
          <p:nvPr/>
        </p:nvPicPr>
        <p:blipFill>
          <a:blip r:embed="rId3">
            <a:alphaModFix/>
          </a:blip>
          <a:stretch>
            <a:fillRect/>
          </a:stretch>
        </p:blipFill>
        <p:spPr>
          <a:xfrm>
            <a:off x="1572075" y="1457725"/>
            <a:ext cx="5999849" cy="34719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