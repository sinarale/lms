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76" r:id="rId4"/>
    <p:sldId id="278" r:id="rId5"/>
    <p:sldId id="283" r:id="rId6"/>
    <p:sldId id="284" r:id="rId7"/>
    <p:sldId id="285" r:id="rId8"/>
    <p:sldId id="286" r:id="rId9"/>
    <p:sldId id="287" r:id="rId10"/>
    <p:sldId id="288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lette Aisling Meade (VSC-KTiH-MB)" initials="CAM(KM" lastIdx="1" clrIdx="0">
    <p:extLst>
      <p:ext uri="{19B8F6BF-5375-455C-9EA6-DF929625EA0E}">
        <p15:presenceInfo xmlns:p15="http://schemas.microsoft.com/office/powerpoint/2012/main" userId="S::coletteam1@vingroup.net::8f3ef557-682c-401f-842a-e04c266720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60217-EB70-4420-8ADC-AF0851D6DE0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AFFAA-DF17-4162-B16E-6CAC7F81C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5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3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9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4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7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55409-3F01-417C-95F5-A887D11611B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glishpracticetest.net/practice-listening-test-for-b1-with-answer-and-audioscript-test-01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3235715"/>
            <a:ext cx="10588079" cy="227186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WALT: </a:t>
            </a:r>
            <a:r>
              <a:rPr lang="en-US" sz="4400" dirty="0">
                <a:latin typeface="Comic Sans MS" panose="030F0702030302020204" pitchFamily="66" charset="0"/>
              </a:rPr>
              <a:t>Express opinions, feelings and reactions.</a:t>
            </a:r>
            <a:endParaRPr lang="en-US" sz="4400" b="1" dirty="0">
              <a:latin typeface="Comic Sans MS" panose="030F0702030302020204" pitchFamily="66" charset="0"/>
            </a:endParaRP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425447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verbally express my own opinion.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explain why I have a certain opinion.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explain why others might not agree with my opinion.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A9244C-16AD-4B8D-B8ED-8DD0537A7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939134-4E80-4B3B-87BF-B1567F5FB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EEF178-89BE-4E85-9B47-1A1D0B9999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1213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691378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 – 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55A8E6-6466-4BCC-956B-CAD6B79F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916" y="1881258"/>
            <a:ext cx="8257603" cy="47419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A6FEE7-84B2-4A25-858F-6239D2E8A2CE}"/>
              </a:ext>
            </a:extLst>
          </p:cNvPr>
          <p:cNvSpPr txBox="1"/>
          <p:nvPr/>
        </p:nvSpPr>
        <p:spPr>
          <a:xfrm>
            <a:off x="5793474" y="987804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https://englishpracticetest.net/practice-listening-test-for-b1-with-answer-and-audioscript-test-01/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2869" y="1195155"/>
            <a:ext cx="96262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Which do you prefer?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B11C9-2FB6-4658-80F7-ECD011AC8C0C}"/>
              </a:ext>
            </a:extLst>
          </p:cNvPr>
          <p:cNvSpPr/>
          <p:nvPr/>
        </p:nvSpPr>
        <p:spPr>
          <a:xfrm>
            <a:off x="1282869" y="6013245"/>
            <a:ext cx="96262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Tell your partner why.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E96CB9F-BC4D-4AE5-97BC-4D62EC4C3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89" y="2056483"/>
            <a:ext cx="3438229" cy="37084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7B8931-16E1-4F34-AB65-422FD3537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579" y="2086605"/>
            <a:ext cx="3973653" cy="38030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C78141-E766-4F13-A7FB-E981A6138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6197" y="0"/>
            <a:ext cx="812127" cy="156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9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6595" y="1134311"/>
            <a:ext cx="99979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When giving your opinion, what do you need to include?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B11C9-2FB6-4658-80F7-ECD011AC8C0C}"/>
              </a:ext>
            </a:extLst>
          </p:cNvPr>
          <p:cNvSpPr/>
          <p:nvPr/>
        </p:nvSpPr>
        <p:spPr>
          <a:xfrm>
            <a:off x="501259" y="2029837"/>
            <a:ext cx="96262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An explanation why!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517E2-2D5F-4B44-88AD-15B8E6DA7F39}"/>
              </a:ext>
            </a:extLst>
          </p:cNvPr>
          <p:cNvSpPr/>
          <p:nvPr/>
        </p:nvSpPr>
        <p:spPr>
          <a:xfrm>
            <a:off x="501259" y="3284977"/>
            <a:ext cx="96262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Here is my opinion:</a:t>
            </a:r>
          </a:p>
          <a:p>
            <a:endParaRPr lang="en-US" sz="2800" b="1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latin typeface="Comic Sans MS" panose="030F0702030302020204" pitchFamily="66" charset="0"/>
              </a:rPr>
              <a:t>I love a chocolate brownie.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B50CC6-08A1-4B31-930A-C82FD6271291}"/>
              </a:ext>
            </a:extLst>
          </p:cNvPr>
          <p:cNvSpPr/>
          <p:nvPr/>
        </p:nvSpPr>
        <p:spPr>
          <a:xfrm>
            <a:off x="416595" y="5238869"/>
            <a:ext cx="80825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This is okay but it can be a lot better if I add an explanation why.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F21741-B2FC-4F2B-AC86-5D9C8C47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107" y="2716080"/>
            <a:ext cx="3438229" cy="370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9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517E2-2D5F-4B44-88AD-15B8E6DA7F39}"/>
              </a:ext>
            </a:extLst>
          </p:cNvPr>
          <p:cNvSpPr/>
          <p:nvPr/>
        </p:nvSpPr>
        <p:spPr>
          <a:xfrm>
            <a:off x="254664" y="1384775"/>
            <a:ext cx="743774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My favourite dessert is a chocolate brownie.  I love it because you can have a variety of toppings which add to the flavour and texture of the brownie.  These sweet treats are also versatile meaning they can have different fillings like fruit.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D0890F-C581-449D-92E3-49F941C1B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107" y="2639077"/>
            <a:ext cx="3438229" cy="370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5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517E2-2D5F-4B44-88AD-15B8E6DA7F39}"/>
              </a:ext>
            </a:extLst>
          </p:cNvPr>
          <p:cNvSpPr/>
          <p:nvPr/>
        </p:nvSpPr>
        <p:spPr>
          <a:xfrm>
            <a:off x="183302" y="906103"/>
            <a:ext cx="11682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Now, with your partner explain which you prefer using an explanation.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5E5A4-595E-45E9-9DC6-CAC6765E2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2" y="2069666"/>
            <a:ext cx="3128338" cy="1751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64DD8-5000-42AB-AB7E-65AA219BE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352" y="1831784"/>
            <a:ext cx="2416019" cy="2058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7FA21C-299C-4099-8CFF-9E26C71CA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22" y="4413334"/>
            <a:ext cx="2876698" cy="22099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7175C2-9192-4C1A-953D-4378A711D0CA}"/>
              </a:ext>
            </a:extLst>
          </p:cNvPr>
          <p:cNvSpPr txBox="1"/>
          <p:nvPr/>
        </p:nvSpPr>
        <p:spPr>
          <a:xfrm>
            <a:off x="5043638" y="271432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B07D5-472A-4FC2-BB71-0CEDD11205DD}"/>
              </a:ext>
            </a:extLst>
          </p:cNvPr>
          <p:cNvSpPr txBox="1"/>
          <p:nvPr/>
        </p:nvSpPr>
        <p:spPr>
          <a:xfrm>
            <a:off x="5043638" y="5080536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ABD459-1B85-459B-B3FA-05DCC539E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400" y="4346371"/>
            <a:ext cx="3333921" cy="21146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0AB588-0A58-4E59-8FB0-1EE4D28FD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261" y="0"/>
            <a:ext cx="911768" cy="19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4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517E2-2D5F-4B44-88AD-15B8E6DA7F39}"/>
              </a:ext>
            </a:extLst>
          </p:cNvPr>
          <p:cNvSpPr/>
          <p:nvPr/>
        </p:nvSpPr>
        <p:spPr>
          <a:xfrm>
            <a:off x="183302" y="900300"/>
            <a:ext cx="11682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Let’s share our opinions!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5E5A4-595E-45E9-9DC6-CAC6765E2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2" y="2069666"/>
            <a:ext cx="3128338" cy="1751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64DD8-5000-42AB-AB7E-65AA219BE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352" y="1831784"/>
            <a:ext cx="2416019" cy="2058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7FA21C-299C-4099-8CFF-9E26C71CA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22" y="4413334"/>
            <a:ext cx="2876698" cy="22099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7175C2-9192-4C1A-953D-4378A711D0CA}"/>
              </a:ext>
            </a:extLst>
          </p:cNvPr>
          <p:cNvSpPr txBox="1"/>
          <p:nvPr/>
        </p:nvSpPr>
        <p:spPr>
          <a:xfrm>
            <a:off x="5043638" y="271432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B07D5-472A-4FC2-BB71-0CEDD11205DD}"/>
              </a:ext>
            </a:extLst>
          </p:cNvPr>
          <p:cNvSpPr txBox="1"/>
          <p:nvPr/>
        </p:nvSpPr>
        <p:spPr>
          <a:xfrm>
            <a:off x="5043638" y="5080536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ABD459-1B85-459B-B3FA-05DCC539E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400" y="4346371"/>
            <a:ext cx="3333921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517E2-2D5F-4B44-88AD-15B8E6DA7F39}"/>
              </a:ext>
            </a:extLst>
          </p:cNvPr>
          <p:cNvSpPr/>
          <p:nvPr/>
        </p:nvSpPr>
        <p:spPr>
          <a:xfrm>
            <a:off x="183302" y="900300"/>
            <a:ext cx="116826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It’s important when giving opinions to understand that other people might not agree with you and that’s okay!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We need to be able to explain the opinions of others.  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Has anyone done this before?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62334-5A73-4F97-9421-F8BA13A8B735}"/>
              </a:ext>
            </a:extLst>
          </p:cNvPr>
          <p:cNvSpPr/>
          <p:nvPr/>
        </p:nvSpPr>
        <p:spPr>
          <a:xfrm>
            <a:off x="183302" y="3429000"/>
            <a:ext cx="116826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For example: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My favourite sport is basketball.  I like it because…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Other people might disagree with me by saying football is their favourite sport.  This might be because…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02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75FB9C-4433-49A8-BF4E-BDC2ED660686}"/>
              </a:ext>
            </a:extLst>
          </p:cNvPr>
          <p:cNvSpPr/>
          <p:nvPr/>
        </p:nvSpPr>
        <p:spPr>
          <a:xfrm>
            <a:off x="4831882" y="4966636"/>
            <a:ext cx="7084194" cy="1732547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517E2-2D5F-4B44-88AD-15B8E6DA7F39}"/>
              </a:ext>
            </a:extLst>
          </p:cNvPr>
          <p:cNvSpPr/>
          <p:nvPr/>
        </p:nvSpPr>
        <p:spPr>
          <a:xfrm>
            <a:off x="183302" y="900300"/>
            <a:ext cx="826767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Let’s discuss…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Should we wear uniform in school or our own clothes?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Remember: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pPr marL="342900" indent="-342900">
              <a:buFontTx/>
              <a:buChar char="-"/>
            </a:pPr>
            <a:r>
              <a:rPr lang="en-US" sz="2400" b="1" dirty="0">
                <a:latin typeface="Comic Sans MS" panose="030F0702030302020204" pitchFamily="66" charset="0"/>
              </a:rPr>
              <a:t>Explain your own opinion.</a:t>
            </a:r>
          </a:p>
          <a:p>
            <a:pPr marL="342900" indent="-342900">
              <a:buFontTx/>
              <a:buChar char="-"/>
            </a:pPr>
            <a:r>
              <a:rPr lang="en-US" sz="2400" b="1" dirty="0">
                <a:latin typeface="Comic Sans MS" panose="030F0702030302020204" pitchFamily="66" charset="0"/>
              </a:rPr>
              <a:t>Explain why others might disagree with you. 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D691BA-C161-4AAE-AA73-B466C683A09E}"/>
              </a:ext>
            </a:extLst>
          </p:cNvPr>
          <p:cNvSpPr txBox="1"/>
          <p:nvPr/>
        </p:nvSpPr>
        <p:spPr>
          <a:xfrm>
            <a:off x="5132080" y="5197643"/>
            <a:ext cx="6637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I think that we should/should not wear a school uniform…</a:t>
            </a: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I think this because…</a:t>
            </a:r>
          </a:p>
          <a:p>
            <a:endParaRPr 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Other people might disagree with me because…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4DBB5-18FE-41DD-BCF5-80E6A5545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042" y="158817"/>
            <a:ext cx="717034" cy="162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3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Express opinions, feelings and reactions.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verbally express my own opinion.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explain why I have a certain opinion.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explain why others might not agree with my opinion.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A9244C-16AD-4B8D-B8ED-8DD0537A7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939134-4E80-4B3B-87BF-B1567F5FB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EEF178-89BE-4E85-9B47-1A1D0B9999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30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7448</TotalTime>
  <Words>423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–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57</cp:revision>
  <dcterms:created xsi:type="dcterms:W3CDTF">2022-08-15T06:38:27Z</dcterms:created>
  <dcterms:modified xsi:type="dcterms:W3CDTF">2026-08-12T15:03:12Z</dcterms:modified>
</cp:coreProperties>
</file>