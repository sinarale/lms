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4" r:id="rId4"/>
    <p:sldId id="276" r:id="rId5"/>
    <p:sldId id="279" r:id="rId6"/>
    <p:sldId id="282" r:id="rId7"/>
    <p:sldId id="283" r:id="rId8"/>
    <p:sldId id="284" r:id="rId9"/>
    <p:sldId id="285" r:id="rId10"/>
    <p:sldId id="286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9" autoAdjust="0"/>
    <p:restoredTop sz="94660"/>
  </p:normalViewPr>
  <p:slideViewPr>
    <p:cSldViewPr snapToGrid="0">
      <p:cViewPr varScale="1">
        <p:scale>
          <a:sx n="32" d="100"/>
          <a:sy n="32" d="100"/>
        </p:scale>
        <p:origin x="5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microsoft.com/office/2007/relationships/hdphoto" Target="../media/hdphoto2.wdp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microsoft.com/office/2007/relationships/hdphoto" Target="../media/hdphoto2.wdp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2492942"/>
            <a:ext cx="10588079" cy="3137149"/>
          </a:xfrm>
        </p:spPr>
        <p:txBody>
          <a:bodyPr>
            <a:normAutofit/>
          </a:bodyPr>
          <a:lstStyle/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talk.</a:t>
            </a:r>
            <a:endParaRPr lang="en-US" sz="32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With support, I can understand details of a talk about emotional reactions.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independently understand details of a talk about emotional reactions.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review specific vocabulary from a talk and explain what it means.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D96046-F50D-432D-8911-85CD289AF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F03127-FCD2-4D6A-82C4-72CBD5042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496A9D-4565-4456-8F1C-51613EA4F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24" y="1449932"/>
            <a:ext cx="7633138" cy="50600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97423" y="1561178"/>
            <a:ext cx="337206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Which part of this unit are you looking forward to the most?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Which do you think might be the most challenging?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32D84E0-1EC8-4513-B834-95D87FFCD3EA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35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130" y="829149"/>
            <a:ext cx="11144535" cy="132556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Look at these pictures.</a:t>
            </a:r>
            <a:br>
              <a:rPr lang="en-US" sz="3600" dirty="0">
                <a:latin typeface="Comic Sans MS" panose="030F0702030302020204" pitchFamily="66" charset="0"/>
              </a:rPr>
            </a:br>
            <a:r>
              <a:rPr lang="en-US" sz="3600" dirty="0">
                <a:latin typeface="Comic Sans MS" panose="030F0702030302020204" pitchFamily="66" charset="0"/>
              </a:rPr>
              <a:t>Which emotion would you associate with each picture?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88" y="2360707"/>
            <a:ext cx="8446267" cy="408103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95C8BBB-E12E-4D7D-9808-2AF0F14751C5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0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88" y="816517"/>
            <a:ext cx="11144535" cy="98863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Listen to the boy talk about how he has been feeling.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ACE88A-74EB-427B-B805-1D7180B3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76" y="1805156"/>
            <a:ext cx="11016247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1. How did Leo feel right before he started his presentation?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2. Which word from the text means to feel happy because of your own success or achievement?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 Why did Leo's parents buy him pizza in the evening?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4. What physical sign showed that Leo was nervous at the beginning?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A4B8F9-CA77-479B-96A0-76F4B18BD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1212" y="428099"/>
            <a:ext cx="686998" cy="1322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E28C08-53A0-4E48-A04A-B9DB301048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842" y="182404"/>
            <a:ext cx="745237" cy="1557715"/>
          </a:xfrm>
          <a:prstGeom prst="rect">
            <a:avLst/>
          </a:prstGeom>
        </p:spPr>
      </p:pic>
      <p:pic>
        <p:nvPicPr>
          <p:cNvPr id="4" name="Leo Presentation">
            <a:hlinkClick r:id="" action="ppaction://media"/>
            <a:extLst>
              <a:ext uri="{FF2B5EF4-FFF2-40B4-BE49-F238E27FC236}">
                <a16:creationId xmlns:a16="http://schemas.microsoft.com/office/drawing/2014/main" id="{BC261351-BF17-4BDA-AB5B-1E81CC345D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715009" y="2197377"/>
            <a:ext cx="680871" cy="68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7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593"/>
    </mc:Choice>
    <mc:Fallback xmlns="">
      <p:transition spd="slow" advTm="43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mute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ACE88A-74EB-427B-B805-1D7180B3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1124982"/>
            <a:ext cx="1101624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1. </a:t>
            </a:r>
            <a:r>
              <a:rPr lang="en-US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Before he started his speech, Leo felt incredibly nervous.  He thought he would forget his lines.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2. The word which makes you feel happy because of your own success or achievement is proud.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3. </a:t>
            </a:r>
            <a:r>
              <a:rPr lang="en-US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Leo’s parents bought him pizza because he did an excellent job.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4. Leo’s hands were shaking.  This is a sign he was nervous.</a:t>
            </a:r>
            <a:endParaRPr kumimoji="0" lang="en-US" altLang="en-US" sz="4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45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88" y="1042875"/>
            <a:ext cx="11144535" cy="79391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Now, listen to the girl talk about how she has been feeling.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ACE88A-74EB-427B-B805-1D7180B3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" y="1798516"/>
            <a:ext cx="11668269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none" strike="noStrike" dirty="0">
                <a:effectLst/>
                <a:latin typeface="Comic Sans MS" panose="030F0702030302020204" pitchFamily="66" charset="0"/>
              </a:rPr>
              <a:t>1. Why did Hollie feel overwhelmed at the start of the day?</a:t>
            </a:r>
          </a:p>
          <a:p>
            <a:r>
              <a:rPr lang="en-US" sz="2800" b="0" u="none" strike="noStrike" dirty="0">
                <a:effectLst/>
                <a:latin typeface="Comic Sans MS" panose="030F0702030302020204" pitchFamily="66" charset="0"/>
              </a:rPr>
              <a:t>A) She forgot her homework.</a:t>
            </a:r>
          </a:p>
          <a:p>
            <a:r>
              <a:rPr lang="en-US" sz="2800" b="0" u="none" strike="noStrike" dirty="0">
                <a:effectLst/>
                <a:latin typeface="Comic Sans MS" panose="030F0702030302020204" pitchFamily="66" charset="0"/>
              </a:rPr>
              <a:t>B) The school was very big and she knew nobody.</a:t>
            </a:r>
          </a:p>
          <a:p>
            <a:r>
              <a:rPr lang="en-US" sz="2800" b="0" u="none" strike="noStrike" dirty="0">
                <a:effectLst/>
                <a:latin typeface="Comic Sans MS" panose="030F0702030302020204" pitchFamily="66" charset="0"/>
              </a:rPr>
              <a:t>C) She lost her lunchbox.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b="1" u="none" strike="noStrike" dirty="0">
                <a:effectLst/>
                <a:latin typeface="Comic Sans MS" panose="030F0702030302020204" pitchFamily="66" charset="0"/>
              </a:rPr>
              <a:t>2. True or false.  Hollie spent the entire school day feeling sad and sitting by herself.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u="none" strike="noStrike" dirty="0">
                <a:effectLst/>
                <a:latin typeface="Comic Sans MS" panose="030F0702030302020204" pitchFamily="66" charset="0"/>
              </a:rPr>
              <a:t>3. How did Sarah’s </a:t>
            </a:r>
            <a:r>
              <a:rPr lang="en-US" sz="2800" b="1" u="none" strike="noStrike" dirty="0" err="1">
                <a:effectLst/>
                <a:latin typeface="Comic Sans MS" panose="030F0702030302020204" pitchFamily="66" charset="0"/>
              </a:rPr>
              <a:t>behaviour</a:t>
            </a:r>
            <a:r>
              <a:rPr lang="en-US" sz="2800" b="1" u="none" strike="noStrike" dirty="0">
                <a:effectLst/>
                <a:latin typeface="Comic Sans MS" panose="030F0702030302020204" pitchFamily="66" charset="0"/>
              </a:rPr>
              <a:t> change Hollie’s feelings by the afternoon?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364B02-9CF4-4EA2-99B2-28C5A5C5F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6656" y="245694"/>
            <a:ext cx="489107" cy="941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222B6-1786-4B74-8079-5E51921E2C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7" y="0"/>
            <a:ext cx="530570" cy="1109012"/>
          </a:xfrm>
          <a:prstGeom prst="rect">
            <a:avLst/>
          </a:prstGeom>
        </p:spPr>
      </p:pic>
      <p:pic>
        <p:nvPicPr>
          <p:cNvPr id="5" name="Hollie Emotion">
            <a:hlinkClick r:id="" action="ppaction://media"/>
            <a:extLst>
              <a:ext uri="{FF2B5EF4-FFF2-40B4-BE49-F238E27FC236}">
                <a16:creationId xmlns:a16="http://schemas.microsoft.com/office/drawing/2014/main" id="{71B89D53-4BF2-4519-BC3A-5336F7476F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0969426" y="2386887"/>
            <a:ext cx="762986" cy="76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8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44"/>
    </mc:Choice>
    <mc:Fallback xmlns="">
      <p:transition spd="slow" advTm="31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6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ACE88A-74EB-427B-B805-1D7180B3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" y="1481508"/>
            <a:ext cx="1101624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1. </a:t>
            </a:r>
            <a:r>
              <a:rPr lang="en-US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2. False.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3. </a:t>
            </a:r>
            <a:r>
              <a:rPr lang="en-US" alt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When Sarah came to sit with Hollie, she felt hopeful.  She thought she might actually make friends in this new 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62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88" y="1042875"/>
            <a:ext cx="11144535" cy="79391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In the talk you’ve just listened to, Hollie felt </a:t>
            </a:r>
            <a:r>
              <a:rPr lang="en-US" sz="28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overwhelmed</a:t>
            </a:r>
            <a:r>
              <a:rPr lang="en-US" sz="2800" b="1" dirty="0">
                <a:latin typeface="Comic Sans MS" panose="030F0702030302020204" pitchFamily="66" charset="0"/>
              </a:rPr>
              <a:t>.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DACE88A-74EB-427B-B805-1D7180B3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02" y="2191685"/>
            <a:ext cx="1166826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What does it mean to feel overwhelmed?</a:t>
            </a:r>
            <a:endParaRPr lang="en-US" sz="2800" b="1" u="none" strike="noStrike" dirty="0">
              <a:effectLst/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1D8038-2B28-4ED6-9541-3E6F4E7C6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953" y="236006"/>
            <a:ext cx="712918" cy="161373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FC95C8FF-FE3F-4E57-B4DA-C03867B46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" y="2831465"/>
            <a:ext cx="1114453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Overwhelmed is when your brain and body feel a heavy load because there are too many demands, thoughts, or feelings to handle at once.</a:t>
            </a:r>
            <a:endParaRPr lang="en-US" sz="2800" b="1" u="none" strike="noStrike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93F2D0E3-091A-4BD5-B781-BDEB98997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" y="4937837"/>
            <a:ext cx="112086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Have you ever felt overwhelmed?  What did you do to calm down? </a:t>
            </a:r>
            <a:endParaRPr lang="en-US" sz="2800" b="1" u="none" strike="noStrike" dirty="0"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53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688073" y="2400578"/>
            <a:ext cx="10230137" cy="3781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4AEFF80-F5BC-4726-8F7E-257B802D45DC}"/>
              </a:ext>
            </a:extLst>
          </p:cNvPr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1D8038-2B28-4ED6-9541-3E6F4E7C6D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5953" y="236006"/>
            <a:ext cx="712918" cy="1613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99243D-0F23-4977-AE21-6773F47BA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307" y="711695"/>
            <a:ext cx="6840317" cy="601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4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3"/>
            <a:ext cx="10588079" cy="45323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200" b="1" dirty="0">
                <a:latin typeface="Comic Sans MS" panose="030F0702030302020204" pitchFamily="66" charset="0"/>
              </a:rPr>
              <a:t>WALT: </a:t>
            </a:r>
            <a:r>
              <a:rPr lang="en-US" sz="7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Understand, with support, most specific information and detail of short and extended talk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.</a:t>
            </a:r>
            <a:endParaRPr lang="en-US" sz="32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With support, I can understand details of a talk about emotional reactions.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independently understand details of a talk about emotional reactions.</a:t>
            </a:r>
          </a:p>
          <a:p>
            <a:pPr algn="ctr"/>
            <a:endParaRPr lang="en-US" sz="24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review specific vocabulary from a talk and explain what it means.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D96046-F50D-432D-8911-85CD289AF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F03127-FCD2-4D6A-82C4-72CBD5042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496A9D-4565-4456-8F1C-51613EA4F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7234</TotalTime>
  <Words>644</Words>
  <Application>Microsoft Office PowerPoint</Application>
  <PresentationFormat>Widescreen</PresentationFormat>
  <Paragraphs>58</Paragraphs>
  <Slides>11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Starter</vt:lpstr>
      <vt:lpstr>Look at these pictures. Which emotion would you associate with each picture?</vt:lpstr>
      <vt:lpstr>Listen to the boy talk about how he has been feeling.</vt:lpstr>
      <vt:lpstr>PowerPoint Presentation</vt:lpstr>
      <vt:lpstr>Now, listen to the girl talk about how she has been feeling.</vt:lpstr>
      <vt:lpstr>PowerPoint Presentation</vt:lpstr>
      <vt:lpstr>In the talk you’ve just listened to, Hollie felt overwhelmed.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44</cp:revision>
  <dcterms:created xsi:type="dcterms:W3CDTF">2022-08-15T06:38:27Z</dcterms:created>
  <dcterms:modified xsi:type="dcterms:W3CDTF">2026-08-16T14:34:36Z</dcterms:modified>
</cp:coreProperties>
</file>