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28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7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7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81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3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5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8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7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3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90BDE-25AC-4720-8AAC-56D0967DCCF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3E6F-22AA-4F6A-AE77-4DB58724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4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69" y="1568620"/>
            <a:ext cx="11700485" cy="406147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WALT: 6Rm.01 </a:t>
            </a:r>
            <a:r>
              <a:rPr lang="en-US" sz="4000" dirty="0">
                <a:latin typeface="Comic Sans MS" panose="030F0702030302020204" pitchFamily="66" charset="0"/>
              </a:rPr>
              <a:t>Understand, with support, most of the main points of short and extended texts. 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 6Rm.02 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algn="l"/>
            <a:endParaRPr lang="en-US" sz="40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1879150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read a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With support, I can answer questions on a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on a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1240A2-4F8C-4C09-8FA1-207B4E271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D67014-8A81-494A-AD43-9576A86D78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585FA4-173D-4318-ACA6-F4131321D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5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71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77" y="1324655"/>
            <a:ext cx="8591915" cy="5337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3829" y="3251200"/>
            <a:ext cx="29946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Explain why you chose the text you did.</a:t>
            </a:r>
          </a:p>
        </p:txBody>
      </p:sp>
    </p:spTree>
    <p:extLst>
      <p:ext uri="{BB962C8B-B14F-4D97-AF65-F5344CB8AC3E}">
        <p14:creationId xmlns:p14="http://schemas.microsoft.com/office/powerpoint/2010/main" val="184851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8211"/>
            <a:ext cx="10515600" cy="1325563"/>
          </a:xfrm>
        </p:spPr>
        <p:txBody>
          <a:bodyPr>
            <a:no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</a:t>
            </a:r>
            <a:r>
              <a:rPr lang="en-US" dirty="0">
                <a:latin typeface="Comic Sans MS" panose="030F0702030302020204" pitchFamily="66" charset="0"/>
              </a:rPr>
              <a:t>– Does your name have a meaning? What does it mean?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74E06-1D6F-428C-927B-D1E8E31F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6" y="3185160"/>
            <a:ext cx="5765347" cy="3045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02BF7D-A816-46DC-89C5-DD14BF0EE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939" y="3185159"/>
            <a:ext cx="5838184" cy="30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5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59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Read this text about “A Girl Called Owl.”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8713" y="997987"/>
            <a:ext cx="3158373" cy="715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Pg. 20 - 23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1315"/>
            <a:ext cx="4514850" cy="381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286" y="2799542"/>
            <a:ext cx="4013427" cy="39377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968" y="2284640"/>
            <a:ext cx="49434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3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8645" y="1407886"/>
            <a:ext cx="6887817" cy="71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1" y="2266269"/>
            <a:ext cx="10635256" cy="430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8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8645" y="1407886"/>
            <a:ext cx="6887817" cy="71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69" y="2119086"/>
            <a:ext cx="9802132" cy="45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26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8645" y="1407886"/>
            <a:ext cx="6887817" cy="71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78" y="2383518"/>
            <a:ext cx="11122869" cy="311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2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8645" y="1407886"/>
            <a:ext cx="6887817" cy="71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2311626"/>
            <a:ext cx="11212605" cy="38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1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6302" y="980976"/>
            <a:ext cx="6887817" cy="71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48" y="1582057"/>
            <a:ext cx="8909612" cy="506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987" y="1387377"/>
            <a:ext cx="10400670" cy="1384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Now answer questions 2 – 8 in your notebooks.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87" y="4747663"/>
            <a:ext cx="5200335" cy="1923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23" y="2321378"/>
            <a:ext cx="3743325" cy="399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82339" y="1842961"/>
            <a:ext cx="2467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21 -23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87" y="1992676"/>
            <a:ext cx="5200335" cy="275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56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987" y="1387377"/>
            <a:ext cx="10400670" cy="1384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Now answer questions 2 – 8 in your notebooks.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698" y="2079803"/>
            <a:ext cx="8793213" cy="465839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334500" y="2308859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8374380" y="3177539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297855" y="3625817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374379" y="4479405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74379" y="5348084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297854" y="6186581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6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987" y="1387377"/>
            <a:ext cx="10400670" cy="1384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Now answer questions 2 – 8 in your notebooks.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455" y="2442612"/>
            <a:ext cx="10032722" cy="371053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953499" y="3100184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9986910" y="3563553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13948" y="4490291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8980537" y="5492864"/>
            <a:ext cx="1033411" cy="463369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71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987" y="1387377"/>
            <a:ext cx="10400670" cy="1384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Now answer questions 2 – 8 in your notebooks.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27" y="2295979"/>
            <a:ext cx="9111027" cy="70847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27" y="3004457"/>
            <a:ext cx="6417500" cy="373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019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286"/>
            <a:ext cx="5646057" cy="2612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886" y="3918641"/>
            <a:ext cx="6119427" cy="25837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715" y="1069942"/>
            <a:ext cx="6119427" cy="56973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67" y="4681043"/>
            <a:ext cx="5430990" cy="109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0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286"/>
            <a:ext cx="5646057" cy="2612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315" y="3396127"/>
            <a:ext cx="6119427" cy="25837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183" y="1069942"/>
            <a:ext cx="6119427" cy="56973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626" y="1069942"/>
            <a:ext cx="6111649" cy="56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286"/>
            <a:ext cx="5646057" cy="26123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263" y="2925247"/>
            <a:ext cx="6911585" cy="38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41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045" y="2772228"/>
            <a:ext cx="2731098" cy="3798132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6" y="1582057"/>
            <a:ext cx="8600166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41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3467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78" y="1335313"/>
            <a:ext cx="11268654" cy="51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43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read a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With support, I can answer questions on a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on a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9C50DC-64A2-4956-AB17-5BED40405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9A7D94-3B4F-48DB-9BD3-41BF4C3D4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D09E9E-0B1D-45FD-AC11-6766131DE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68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46821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Plenary</a:t>
            </a:r>
            <a:r>
              <a:rPr lang="en-US" dirty="0">
                <a:latin typeface="Comic Sans MS" panose="030F0702030302020204" pitchFamily="66" charset="0"/>
              </a:rPr>
              <a:t> – Did you enjoy the 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754" y="2924146"/>
            <a:ext cx="10515600" cy="1103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latin typeface="Comic Sans MS" panose="030F0702030302020204" pitchFamily="66" charset="0"/>
              </a:rPr>
              <a:t>Why / Why Not?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texts. 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627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949</Words>
  <Application>Microsoft Office PowerPoint</Application>
  <PresentationFormat>Widescreen</PresentationFormat>
  <Paragraphs>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Does your name have a meaning? What does it mean?</vt:lpstr>
      <vt:lpstr>Read this text about “A Girl Called Owl.”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Did you enjoy the text?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13</cp:revision>
  <dcterms:created xsi:type="dcterms:W3CDTF">2024-08-28T07:54:59Z</dcterms:created>
  <dcterms:modified xsi:type="dcterms:W3CDTF">2025-09-01T14:18:20Z</dcterms:modified>
</cp:coreProperties>
</file>