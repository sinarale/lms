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30" d="100"/>
          <a:sy n="30" d="100"/>
        </p:scale>
        <p:origin x="1092" y="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C3655-A3B3-412C-80BE-5113E31C465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09FF-2550-42E1-9CFE-D7A7CA298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85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C3655-A3B3-412C-80BE-5113E31C465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09FF-2550-42E1-9CFE-D7A7CA298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41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C3655-A3B3-412C-80BE-5113E31C465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09FF-2550-42E1-9CFE-D7A7CA298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38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C3655-A3B3-412C-80BE-5113E31C465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09FF-2550-42E1-9CFE-D7A7CA298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98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C3655-A3B3-412C-80BE-5113E31C465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09FF-2550-42E1-9CFE-D7A7CA298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25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C3655-A3B3-412C-80BE-5113E31C465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09FF-2550-42E1-9CFE-D7A7CA298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05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C3655-A3B3-412C-80BE-5113E31C465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09FF-2550-42E1-9CFE-D7A7CA298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098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C3655-A3B3-412C-80BE-5113E31C465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09FF-2550-42E1-9CFE-D7A7CA298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25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C3655-A3B3-412C-80BE-5113E31C465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09FF-2550-42E1-9CFE-D7A7CA298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45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C3655-A3B3-412C-80BE-5113E31C465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09FF-2550-42E1-9CFE-D7A7CA298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37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C3655-A3B3-412C-80BE-5113E31C465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09FF-2550-42E1-9CFE-D7A7CA298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60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C3655-A3B3-412C-80BE-5113E31C465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509FF-2550-42E1-9CFE-D7A7CA298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38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 err="1">
                <a:latin typeface="Comic Sans MS" panose="030F0702030302020204" pitchFamily="66" charset="0"/>
              </a:rPr>
              <a:t>Maths</a:t>
            </a:r>
            <a:r>
              <a:rPr lang="en-US" sz="88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8111" y="1909814"/>
            <a:ext cx="11272612" cy="4061472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6Ni.01 – </a:t>
            </a:r>
            <a:r>
              <a:rPr lang="en-US" sz="4800" dirty="0">
                <a:latin typeface="Comic Sans MS" panose="030F0702030302020204" pitchFamily="66" charset="0"/>
              </a:rPr>
              <a:t>Estimate, add and subtract integers.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35292" y="552174"/>
            <a:ext cx="2756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4 – Addition and Subtraction</a:t>
            </a:r>
          </a:p>
        </p:txBody>
      </p:sp>
    </p:spTree>
    <p:extLst>
      <p:ext uri="{BB962C8B-B14F-4D97-AF65-F5344CB8AC3E}">
        <p14:creationId xmlns:p14="http://schemas.microsoft.com/office/powerpoint/2010/main" val="232633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omic Sans MS" panose="030F0702030302020204" pitchFamily="66" charset="0"/>
              </a:rPr>
              <a:t>With support, I can estimate, add and subtract integers.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estimate, add and subtract integers.</a:t>
            </a:r>
          </a:p>
          <a:p>
            <a:pPr algn="ctr"/>
            <a:endParaRPr lang="en-US" sz="28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make predictions during an investigation.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Estimate, add and subtract integers.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A8284C-2725-4D96-AFDC-63F8819C8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85B46D-3E6E-48DA-89C9-B080006E09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F7F2F4-E3D9-43C4-AA73-D7EB3C5F7A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610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Estimate, add and subtract integers.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13" y="2523984"/>
            <a:ext cx="11616849" cy="3281730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426150" y="1108037"/>
            <a:ext cx="11509612" cy="925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Retrieval Practice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150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4021" y="603019"/>
            <a:ext cx="3806371" cy="72344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Page 50 - 53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Estimate, add and subtract integers.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76" y="964742"/>
            <a:ext cx="3435576" cy="14492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496" y="1473644"/>
            <a:ext cx="3914775" cy="4419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441" y="2346943"/>
            <a:ext cx="3409950" cy="41719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722" y="3356593"/>
            <a:ext cx="3609975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54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Estimate, add and subtract integers.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855" y="1940151"/>
            <a:ext cx="10155892" cy="2530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074647"/>
            <a:ext cx="1756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120,000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82457" y="3640219"/>
            <a:ext cx="1756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140,000</a:t>
            </a:r>
          </a:p>
        </p:txBody>
      </p:sp>
    </p:spTree>
    <p:extLst>
      <p:ext uri="{BB962C8B-B14F-4D97-AF65-F5344CB8AC3E}">
        <p14:creationId xmlns:p14="http://schemas.microsoft.com/office/powerpoint/2010/main" val="357312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55" y="811115"/>
            <a:ext cx="10063616" cy="5744468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Estimate, add and subtract integers.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99086" y="4555104"/>
            <a:ext cx="1756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3,428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88514" y="5293733"/>
            <a:ext cx="1756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17,265</a:t>
            </a:r>
          </a:p>
        </p:txBody>
      </p:sp>
    </p:spTree>
    <p:extLst>
      <p:ext uri="{BB962C8B-B14F-4D97-AF65-F5344CB8AC3E}">
        <p14:creationId xmlns:p14="http://schemas.microsoft.com/office/powerpoint/2010/main" val="325119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Estimate, add and subtract integers.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32" y="827305"/>
            <a:ext cx="9928842" cy="56190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7638" y="1584584"/>
            <a:ext cx="1892754" cy="2052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13600" y="4847771"/>
            <a:ext cx="2814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137 points</a:t>
            </a:r>
          </a:p>
        </p:txBody>
      </p:sp>
    </p:spTree>
    <p:extLst>
      <p:ext uri="{BB962C8B-B14F-4D97-AF65-F5344CB8AC3E}">
        <p14:creationId xmlns:p14="http://schemas.microsoft.com/office/powerpoint/2010/main" val="418958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Estimate, add and subtract integers.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60" y="1353456"/>
            <a:ext cx="10267157" cy="3610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13600" y="4847771"/>
            <a:ext cx="2814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-9°C</a:t>
            </a:r>
          </a:p>
        </p:txBody>
      </p:sp>
    </p:spTree>
    <p:extLst>
      <p:ext uri="{BB962C8B-B14F-4D97-AF65-F5344CB8AC3E}">
        <p14:creationId xmlns:p14="http://schemas.microsoft.com/office/powerpoint/2010/main" val="401172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Estimate, add and subtract integers.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68" y="1560738"/>
            <a:ext cx="11778024" cy="36353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71314" y="1669142"/>
            <a:ext cx="2814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3°C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06354" y="4100286"/>
            <a:ext cx="2814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-21°C</a:t>
            </a:r>
          </a:p>
        </p:txBody>
      </p:sp>
    </p:spTree>
    <p:extLst>
      <p:ext uri="{BB962C8B-B14F-4D97-AF65-F5344CB8AC3E}">
        <p14:creationId xmlns:p14="http://schemas.microsoft.com/office/powerpoint/2010/main" val="59838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Estimate, add and subtract integers.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15" y="945015"/>
            <a:ext cx="9610499" cy="42620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3782" y="5324772"/>
            <a:ext cx="28140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12°C</a:t>
            </a:r>
          </a:p>
        </p:txBody>
      </p:sp>
    </p:spTree>
    <p:extLst>
      <p:ext uri="{BB962C8B-B14F-4D97-AF65-F5344CB8AC3E}">
        <p14:creationId xmlns:p14="http://schemas.microsoft.com/office/powerpoint/2010/main" val="148262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Estimate, add and subtract integers.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24" y="653134"/>
            <a:ext cx="8255968" cy="58637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11592" y="4468430"/>
            <a:ext cx="12568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9°C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11592" y="5176316"/>
            <a:ext cx="12568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19°C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1592" y="5809028"/>
            <a:ext cx="12568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33°C</a:t>
            </a:r>
          </a:p>
        </p:txBody>
      </p:sp>
    </p:spTree>
    <p:extLst>
      <p:ext uri="{BB962C8B-B14F-4D97-AF65-F5344CB8AC3E}">
        <p14:creationId xmlns:p14="http://schemas.microsoft.com/office/powerpoint/2010/main" val="301331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Estimate, add and subtract integers.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88" y="1743754"/>
            <a:ext cx="9829789" cy="36700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71135" y="2639630"/>
            <a:ext cx="1256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1135" y="4026729"/>
            <a:ext cx="1256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80587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Estimate, add and subtract integers.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65" y="827305"/>
            <a:ext cx="7742692" cy="56620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067" y="3008765"/>
            <a:ext cx="450532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56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omic Sans MS" panose="030F0702030302020204" pitchFamily="66" charset="0"/>
              </a:rPr>
              <a:t>With support, I can estimate, add and subtract integers.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estimate, add and subtract integers.</a:t>
            </a:r>
          </a:p>
          <a:p>
            <a:pPr algn="ctr"/>
            <a:endParaRPr lang="en-US" sz="28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make predictions during an investigation.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Estimate, add and subtract integers.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A8284C-2725-4D96-AFDC-63F8819C8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85B46D-3E6E-48DA-89C9-B080006E09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F7F2F4-E3D9-43C4-AA73-D7EB3C5F7A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28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236</Words>
  <Application>Microsoft Office PowerPoint</Application>
  <PresentationFormat>Widescreen</PresentationFormat>
  <Paragraphs>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Comic Sans MS</vt:lpstr>
      <vt:lpstr>Office Theme</vt:lpstr>
      <vt:lpstr>Maths </vt:lpstr>
      <vt:lpstr>PowerPoint Presentation</vt:lpstr>
      <vt:lpstr>PowerPoint Presentation</vt:lpstr>
      <vt:lpstr>Page 50 - 53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</cp:lastModifiedBy>
  <cp:revision>7</cp:revision>
  <dcterms:created xsi:type="dcterms:W3CDTF">2024-09-24T00:16:47Z</dcterms:created>
  <dcterms:modified xsi:type="dcterms:W3CDTF">2025-09-16T02:50:41Z</dcterms:modified>
</cp:coreProperties>
</file>