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27" d="100"/>
          <a:sy n="27" d="100"/>
        </p:scale>
        <p:origin x="6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3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9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3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1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4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1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6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C7825-F438-4BBA-981C-F2F022C8863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1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172" y="1909814"/>
            <a:ext cx="12017828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6Nc.02 – </a:t>
            </a:r>
            <a:r>
              <a:rPr lang="en-US" sz="48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4 –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1560704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answer questions that use letters to represent quantities.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questions that use letters to represent quantities.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</a:t>
            </a:r>
            <a:r>
              <a:rPr lang="en-US" sz="2400" b="1" dirty="0" err="1">
                <a:solidFill>
                  <a:schemeClr val="tx1"/>
                </a:solidFill>
                <a:latin typeface="Comic Sans MS" panose="030F0702030302020204" pitchFamily="66" charset="0"/>
              </a:rPr>
              <a:t>specialise</a:t>
            </a:r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 by showing all the possible values of a variable.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68E3F-94AE-4B3C-830A-8CE8C5DDB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59C87-BB0D-40D5-9D33-9176E95C8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DA73E-70B1-4675-86B4-637D55555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3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180490" y="959660"/>
            <a:ext cx="11509612" cy="925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Retrieval Practice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50" y="1609369"/>
            <a:ext cx="10976386" cy="506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4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37" y="1422400"/>
            <a:ext cx="3819525" cy="3819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74" y="2639790"/>
            <a:ext cx="3045575" cy="36410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863" y="1308553"/>
            <a:ext cx="3389993" cy="52360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678" y="5031925"/>
            <a:ext cx="4778393" cy="15126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44270" y="1308553"/>
            <a:ext cx="24487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Pg. 58 - 61</a:t>
            </a:r>
          </a:p>
        </p:txBody>
      </p:sp>
    </p:spTree>
    <p:extLst>
      <p:ext uri="{BB962C8B-B14F-4D97-AF65-F5344CB8AC3E}">
        <p14:creationId xmlns:p14="http://schemas.microsoft.com/office/powerpoint/2010/main" val="347343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99" y="1064070"/>
            <a:ext cx="5562601" cy="55208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1029" y="4383314"/>
            <a:ext cx="75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1029" y="5130104"/>
            <a:ext cx="75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1029" y="5876894"/>
            <a:ext cx="75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7094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05" y="1654628"/>
            <a:ext cx="10095162" cy="3686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93857" y="2278743"/>
            <a:ext cx="158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equal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3855" y="2821633"/>
            <a:ext cx="158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equal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856" y="3364523"/>
            <a:ext cx="158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not equal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6656" y="4898462"/>
            <a:ext cx="817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Khalid is incorrect. Due to the commutative law is does not matter which number is written first in addition questions but it does in subtraction questions.</a:t>
            </a:r>
          </a:p>
        </p:txBody>
      </p:sp>
    </p:spTree>
    <p:extLst>
      <p:ext uri="{BB962C8B-B14F-4D97-AF65-F5344CB8AC3E}">
        <p14:creationId xmlns:p14="http://schemas.microsoft.com/office/powerpoint/2010/main" val="399276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02" y="1543956"/>
            <a:ext cx="10092878" cy="4842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8857" y="5065486"/>
            <a:ext cx="36430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 = 6cm</a:t>
            </a: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 = 9cm</a:t>
            </a:r>
          </a:p>
        </p:txBody>
      </p:sp>
    </p:spTree>
    <p:extLst>
      <p:ext uri="{BB962C8B-B14F-4D97-AF65-F5344CB8AC3E}">
        <p14:creationId xmlns:p14="http://schemas.microsoft.com/office/powerpoint/2010/main" val="6274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09" y="1242558"/>
            <a:ext cx="9480523" cy="5216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3876" y="4847772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3876" y="5391704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3876" y="5956349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404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67" y="1088572"/>
            <a:ext cx="9060780" cy="50700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52000" y="605009"/>
            <a:ext cx="383177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13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1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11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2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9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3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7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4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3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6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1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0457" y="4746171"/>
            <a:ext cx="4441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+ x + y = 15</a:t>
            </a:r>
          </a:p>
        </p:txBody>
      </p:sp>
    </p:spTree>
    <p:extLst>
      <p:ext uri="{BB962C8B-B14F-4D97-AF65-F5344CB8AC3E}">
        <p14:creationId xmlns:p14="http://schemas.microsoft.com/office/powerpoint/2010/main" val="122531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8" y="1422400"/>
            <a:ext cx="11333948" cy="342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0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answer questions that use letters to represent quantities.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questions that use letters to represent quantities.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</a:t>
            </a:r>
            <a:r>
              <a:rPr lang="en-US" sz="2400" b="1" dirty="0" err="1">
                <a:solidFill>
                  <a:schemeClr val="tx1"/>
                </a:solidFill>
                <a:latin typeface="Comic Sans MS" panose="030F0702030302020204" pitchFamily="66" charset="0"/>
              </a:rPr>
              <a:t>specialise</a:t>
            </a:r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 by showing all the possible values of a variable.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68E3F-94AE-4B3C-830A-8CE8C5DDB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59C87-BB0D-40D5-9D33-9176E95C8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DA73E-70B1-4675-86B4-637D55555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12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047297"/>
            <a:ext cx="10515600" cy="1325563"/>
          </a:xfrm>
        </p:spPr>
        <p:txBody>
          <a:bodyPr/>
          <a:lstStyle/>
          <a:p>
            <a:r>
              <a:rPr lang="en-US" sz="3600" b="1" dirty="0">
                <a:latin typeface="Comic Sans MS" panose="030F0702030302020204" pitchFamily="66" charset="0"/>
              </a:rPr>
              <a:t>Plenary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latin typeface="Comic Sans MS" panose="030F0702030302020204" pitchFamily="66" charset="0"/>
              </a:rPr>
              <a:t>If 5b = 20 what does b = 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6600" y="3834719"/>
            <a:ext cx="16727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 dirty="0">
                <a:latin typeface="Comic Sans MS" panose="030F0702030302020204" pitchFamily="66" charset="0"/>
              </a:rPr>
              <a:t>b =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80772" y="3834719"/>
            <a:ext cx="16727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68257" y="4451576"/>
            <a:ext cx="67237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Why do you think we don’t use the multiplication sign “x” ?</a:t>
            </a:r>
          </a:p>
        </p:txBody>
      </p:sp>
    </p:spTree>
    <p:extLst>
      <p:ext uri="{BB962C8B-B14F-4D97-AF65-F5344CB8AC3E}">
        <p14:creationId xmlns:p14="http://schemas.microsoft.com/office/powerpoint/2010/main" val="422682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428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6</cp:revision>
  <dcterms:created xsi:type="dcterms:W3CDTF">2024-09-30T00:30:15Z</dcterms:created>
  <dcterms:modified xsi:type="dcterms:W3CDTF">2025-09-16T03:38:49Z</dcterms:modified>
</cp:coreProperties>
</file>