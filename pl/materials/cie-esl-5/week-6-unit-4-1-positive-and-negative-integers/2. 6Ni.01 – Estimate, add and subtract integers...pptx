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unvd8YytUgJXIcuKOLA3839MZ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3165230" y="-98475"/>
            <a:ext cx="5462954" cy="1667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omic Sans MS"/>
              <a:buNone/>
            </a:pPr>
            <a:r>
              <a:rPr lang="en-US" sz="8800">
                <a:latin typeface="Comic Sans MS"/>
                <a:ea typeface="Comic Sans MS"/>
                <a:cs typeface="Comic Sans MS"/>
                <a:sym typeface="Comic Sans MS"/>
              </a:rPr>
              <a:t>Maths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478111" y="1909814"/>
            <a:ext cx="11272612" cy="40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b="1" lang="en-US" sz="4800">
                <a:latin typeface="Comic Sans MS"/>
                <a:ea typeface="Comic Sans MS"/>
                <a:cs typeface="Comic Sans MS"/>
                <a:sym typeface="Comic Sans MS"/>
              </a:rPr>
              <a:t>WALT: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b="1" lang="en-US" sz="4800">
                <a:latin typeface="Comic Sans MS"/>
                <a:ea typeface="Comic Sans MS"/>
                <a:cs typeface="Comic Sans MS"/>
                <a:sym typeface="Comic Sans MS"/>
              </a:rPr>
              <a:t>6Ni.01 – </a:t>
            </a:r>
            <a:r>
              <a:rPr lang="en-US" sz="4800"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4 – Addition and Subtraction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add and subtract negative numbers.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complete word problems about negative numbers.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explain my answer to a word problem.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662" y="1210636"/>
            <a:ext cx="1102890" cy="212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555" y="950957"/>
            <a:ext cx="1102890" cy="230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3850" y="837492"/>
            <a:ext cx="1102890" cy="249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51615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Retrieval Practice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50312"/>
            <a:ext cx="10911961" cy="428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8200" y="8273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b="1" lang="en-US" sz="4000">
                <a:latin typeface="Comic Sans MS"/>
                <a:ea typeface="Comic Sans MS"/>
                <a:cs typeface="Comic Sans MS"/>
                <a:sym typeface="Comic Sans MS"/>
              </a:rPr>
              <a:t>Starter - </a:t>
            </a:r>
            <a:endParaRPr/>
          </a:p>
        </p:txBody>
      </p:sp>
      <p:pic>
        <p:nvPicPr>
          <p:cNvPr id="110" name="Google Shape;11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067" y="205010"/>
            <a:ext cx="3774247" cy="6616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26150" y="1935154"/>
            <a:ext cx="703419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much deeper: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-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a sperm whale dive than a southern elephant seal?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-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a New Zealand sea lion dive than a free diver?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-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a sperm whale dive than a New Zealand fur seal?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3410857" y="3323771"/>
            <a:ext cx="21771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1,500m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2854674" y="4537677"/>
            <a:ext cx="21771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448m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3747303" y="5773762"/>
            <a:ext cx="21771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2,762m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26150" y="827305"/>
            <a:ext cx="11494242" cy="2408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Last lesson we learned how important it was to estimate and check our answers when adding and subtracting integers.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26150" y="316047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Please remember:</a:t>
            </a:r>
            <a:endParaRPr/>
          </a:p>
          <a:p>
            <a:pPr indent="-742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AutoNum type="arabicPeriod"/>
            </a:pPr>
            <a:r>
              <a:rPr b="1" lang="en-US" sz="4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</a:t>
            </a:r>
            <a:endParaRPr/>
          </a:p>
          <a:p>
            <a:pPr indent="-742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AutoNum type="arabicPeriod"/>
            </a:pPr>
            <a:r>
              <a:rPr b="1" lang="en-US" sz="4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Calculate</a:t>
            </a:r>
            <a:endParaRPr/>
          </a:p>
          <a:p>
            <a:pPr indent="-742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000"/>
              <a:buAutoNum type="arabicPeriod"/>
            </a:pPr>
            <a:r>
              <a:rPr b="1" lang="en-US" sz="4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8273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Let’s remind ourselves how to add and subtract negative numbers.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150" y="2775163"/>
            <a:ext cx="11004640" cy="120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262744" y="5154412"/>
            <a:ext cx="43252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-10 + 4 =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66057" y="3236686"/>
            <a:ext cx="928914" cy="739309"/>
          </a:xfrm>
          <a:prstGeom prst="ellipse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8200" y="2775163"/>
            <a:ext cx="1208314" cy="3454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854407" y="2775163"/>
            <a:ext cx="1208314" cy="3454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885335" y="2775163"/>
            <a:ext cx="1208314" cy="3454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902613" y="2775163"/>
            <a:ext cx="1208314" cy="3454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01029" y="3264795"/>
            <a:ext cx="928914" cy="739309"/>
          </a:xfrm>
          <a:prstGeom prst="ellipse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3765841" y="5126303"/>
            <a:ext cx="432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838200" y="8273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Let’s remind ourselves how to add and subtract negative numbers.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150" y="2775163"/>
            <a:ext cx="11004640" cy="120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1262744" y="5154412"/>
            <a:ext cx="43252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-2 - 3 =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592458" y="3264795"/>
            <a:ext cx="928914" cy="739309"/>
          </a:xfrm>
          <a:prstGeom prst="ellipse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7"/>
          <p:cNvSpPr/>
          <p:nvPr/>
        </p:nvSpPr>
        <p:spPr>
          <a:xfrm flipH="1">
            <a:off x="7852229" y="2481943"/>
            <a:ext cx="1190171" cy="595086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7"/>
          <p:cNvSpPr/>
          <p:nvPr/>
        </p:nvSpPr>
        <p:spPr>
          <a:xfrm flipH="1">
            <a:off x="6858000" y="2444533"/>
            <a:ext cx="1190171" cy="595086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9" name="Google Shape;149;p7"/>
          <p:cNvSpPr/>
          <p:nvPr/>
        </p:nvSpPr>
        <p:spPr>
          <a:xfrm flipH="1">
            <a:off x="5856513" y="2458588"/>
            <a:ext cx="1190171" cy="595086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522684" y="3236686"/>
            <a:ext cx="928914" cy="739309"/>
          </a:xfrm>
          <a:prstGeom prst="ellipse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3490689" y="5154412"/>
            <a:ext cx="209731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838200" y="9916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We also need to be able to answer worded questions.</a:t>
            </a:r>
            <a:endParaRPr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838199" y="2775163"/>
            <a:ext cx="11194143" cy="1886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The temperature in Helsinki is </a:t>
            </a: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-23°C</a:t>
            </a: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. The temperature in London is </a:t>
            </a: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3°C</a:t>
            </a: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. What is the difference between the two temperatures?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047381" y="4826391"/>
            <a:ext cx="18822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26°C</a:t>
            </a:r>
            <a:endParaRPr sz="54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426150" y="5451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Check your understanding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33" y="2496910"/>
            <a:ext cx="10104517" cy="88491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203199" y="1654629"/>
            <a:ext cx="102616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a) -4 + 7 =                        b)6 – 10 =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426150" y="4007998"/>
            <a:ext cx="11257850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c)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highest mountain Ms. Colette has ever climbed is 1,300 m. Mount Everest is 8,850m. How further would Ms. Colette need to climb to reach the height of Everest?</a:t>
            </a:r>
            <a:endParaRPr b="1"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2989943" y="1654629"/>
            <a:ext cx="1132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10137218" y="1629314"/>
            <a:ext cx="1132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-4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008378" y="5700769"/>
            <a:ext cx="44960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7,550 metres</a:t>
            </a:r>
            <a:endParaRPr b="1" sz="48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7" name="Google Shape;17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9705"/>
            <a:ext cx="761047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4025" y="2676747"/>
            <a:ext cx="6260126" cy="376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497" y="1516089"/>
            <a:ext cx="11607498" cy="436011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2504559" y="3049817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8081062" y="3049816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-9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2528881" y="3696148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8081062" y="3738600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-2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7893220" y="4484237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-4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7893220" y="5215834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-5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2528881" y="4463011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2668772" y="5229876"/>
            <a:ext cx="1582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157" y="827305"/>
            <a:ext cx="10826227" cy="59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7053943" y="1524000"/>
            <a:ext cx="21916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90k VND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4585823" y="4418931"/>
            <a:ext cx="21916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-37°C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6777480" y="3847589"/>
            <a:ext cx="21916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42°C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852093" y="4990273"/>
            <a:ext cx="21916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27°C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9345464" y="6273225"/>
            <a:ext cx="21916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-9 or -1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74" y="2069408"/>
            <a:ext cx="11934452" cy="2239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add and subtract negative numbers.</a:t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complete word problems about negative numbers.</a:t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explain my answer to a word problem.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662" y="1210636"/>
            <a:ext cx="1102890" cy="212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555" y="950957"/>
            <a:ext cx="1102890" cy="230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3850" y="837492"/>
            <a:ext cx="1102890" cy="249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116113" y="1006926"/>
            <a:ext cx="120758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b="1" lang="en-US" sz="4000">
                <a:latin typeface="Comic Sans MS"/>
                <a:ea typeface="Comic Sans MS"/>
                <a:cs typeface="Comic Sans MS"/>
                <a:sym typeface="Comic Sans MS"/>
              </a:rPr>
              <a:t>Plenary</a:t>
            </a: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 – Is Ms. Colette correct? Why / Why not?</a:t>
            </a:r>
            <a:endParaRPr/>
          </a:p>
        </p:txBody>
      </p:sp>
      <p:sp>
        <p:nvSpPr>
          <p:cNvPr id="226" name="Google Shape;226;p15"/>
          <p:cNvSpPr txBox="1"/>
          <p:nvPr>
            <p:ph idx="1" type="body"/>
          </p:nvPr>
        </p:nvSpPr>
        <p:spPr>
          <a:xfrm>
            <a:off x="120814" y="2758854"/>
            <a:ext cx="1210491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800">
                <a:latin typeface="Comic Sans MS"/>
                <a:ea typeface="Comic Sans MS"/>
                <a:cs typeface="Comic Sans MS"/>
                <a:sym typeface="Comic Sans MS"/>
              </a:rPr>
              <a:t>Ms. Colette says, </a:t>
            </a:r>
            <a:r>
              <a:rPr b="1" lang="en-US" sz="4800">
                <a:latin typeface="Comic Sans MS"/>
                <a:ea typeface="Comic Sans MS"/>
                <a:cs typeface="Comic Sans MS"/>
                <a:sym typeface="Comic Sans MS"/>
              </a:rPr>
              <a:t>“The difference between -5 and -9 is -4.”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2024-09-23T01:45:49Z</dcterms:created>
  <dc:creator>Jonathan Michael Holliday (VSC-KTiH-MB)</dc:creator>
</cp:coreProperties>
</file>