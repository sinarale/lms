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5" r:id="rId6"/>
    <p:sldId id="266" r:id="rId7"/>
    <p:sldId id="267" r:id="rId8"/>
    <p:sldId id="260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1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38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2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59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8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78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29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68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6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8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06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1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069" y="1568620"/>
            <a:ext cx="11700485" cy="4061472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WALT: </a:t>
            </a:r>
            <a:r>
              <a:rPr lang="en-US" sz="4400" dirty="0">
                <a:latin typeface="Comic Sans MS" panose="030F0702030302020204" pitchFamily="66" charset="0"/>
              </a:rPr>
              <a:t>Plan, write, edit and proofread short texts, with little or no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1 – My World</a:t>
            </a:r>
          </a:p>
        </p:txBody>
      </p:sp>
    </p:spTree>
    <p:extLst>
      <p:ext uri="{BB962C8B-B14F-4D97-AF65-F5344CB8AC3E}">
        <p14:creationId xmlns:p14="http://schemas.microsoft.com/office/powerpoint/2010/main" val="3269785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plan an explanation text on an inspirational person.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a range of connectives in my plan.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research to inform my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0E5D50-18FB-4ABA-94EE-B633F8A10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698E61-A70D-468A-A4EA-60D4D62CFD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E87857-F5E2-40B7-AE16-1A225D67E0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05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004" y="73975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Retrieval Practice </a:t>
            </a:r>
            <a:r>
              <a:rPr lang="en-US" sz="3200" dirty="0">
                <a:latin typeface="Comic Sans MS" panose="030F0702030302020204" pitchFamily="66" charset="0"/>
              </a:rPr>
              <a:t>– List as many connectives as you can in 1 minute.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449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C97E7C-918E-492B-ADE2-8CC88361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2963D9-A13F-4CE4-9775-04EDB0529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877" y="857047"/>
            <a:ext cx="8060990" cy="570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11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C97E7C-918E-492B-ADE2-8CC88361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6EC956-3549-435C-A91A-9D92ADCA7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47" y="1650201"/>
            <a:ext cx="11546545" cy="364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697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C97E7C-918E-492B-ADE2-8CC88361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1A64DE-C05B-4F7A-A752-5AB8EE598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08" y="1306259"/>
            <a:ext cx="10932198" cy="472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70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C97E7C-918E-492B-ADE2-8CC88361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BBDD6E-3455-4901-889E-82078A11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29" y="2183701"/>
            <a:ext cx="11505541" cy="207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732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095" y="857047"/>
            <a:ext cx="11115638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Next lesson, you will write your explanation piece on your inspirational person.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100" dirty="0"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2465" y="2698101"/>
            <a:ext cx="11715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This is what you’ll need to include in your writing.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5E235-6773-4636-9D0A-2056917FF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536" y="3440844"/>
            <a:ext cx="9437502" cy="312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plan an explanation text on an inspirational person.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a range of connectives in my plan.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research to inform my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0E5D50-18FB-4ABA-94EE-B633F8A10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698E61-A70D-468A-A4EA-60D4D62CFD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E87857-F5E2-40B7-AE16-1A225D67E0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31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269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 – List as many connectives as you can in 1 minute.</vt:lpstr>
      <vt:lpstr>PowerPoint Presentation</vt:lpstr>
      <vt:lpstr>PowerPoint Presentation</vt:lpstr>
      <vt:lpstr>PowerPoint Presentation</vt:lpstr>
      <vt:lpstr>PowerPoint Presentation</vt:lpstr>
      <vt:lpstr>Next lesson, you will write your explanation piece on your inspirational person.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 Aisling Meade (VSC-KTiH-MB)</cp:lastModifiedBy>
  <cp:revision>15</cp:revision>
  <dcterms:created xsi:type="dcterms:W3CDTF">2024-08-22T03:58:08Z</dcterms:created>
  <dcterms:modified xsi:type="dcterms:W3CDTF">2026-08-16T13:55:04Z</dcterms:modified>
</cp:coreProperties>
</file>