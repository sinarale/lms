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5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1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8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2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59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7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2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6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8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0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8B968-3995-45E5-B9D8-3F8EABC7235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98C81-54E7-4D85-9670-780E149C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1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949" y="3609176"/>
            <a:ext cx="11700485" cy="150183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 </a:t>
            </a:r>
            <a:r>
              <a:rPr lang="en-US" sz="4400" dirty="0">
                <a:latin typeface="Comic Sans MS" panose="030F0702030302020204" pitchFamily="66" charset="0"/>
              </a:rPr>
              <a:t>Plan, write, edit and proofread short texts, with little or no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326978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my plan to write about an inspirational person.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a range of connectives in my writing.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make my writing interesting for the reader using features from the SC.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0E5D50-18FB-4ABA-94EE-B633F8A10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698E61-A70D-468A-A4EA-60D4D62CF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E87857-F5E2-40B7-AE16-1A225D67E0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05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004" y="739750"/>
            <a:ext cx="10515600" cy="415950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 </a:t>
            </a:r>
            <a:r>
              <a:rPr lang="en-US" sz="3200" dirty="0">
                <a:latin typeface="Comic Sans MS" panose="030F0702030302020204" pitchFamily="66" charset="0"/>
              </a:rPr>
              <a:t>–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Get your plans out from last lesson.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Tell your partner who your inspirational person is and what makes them inspirational.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44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C97E7C-918E-492B-ADE2-8CC88361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963D9-A13F-4CE4-9775-04EDB052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77" y="857047"/>
            <a:ext cx="8060990" cy="570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11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251149B-2230-4D86-987B-7396A1BC8842}"/>
              </a:ext>
            </a:extLst>
          </p:cNvPr>
          <p:cNvSpPr txBox="1">
            <a:spLocks/>
          </p:cNvSpPr>
          <p:nvPr/>
        </p:nvSpPr>
        <p:spPr>
          <a:xfrm>
            <a:off x="238162" y="1070546"/>
            <a:ext cx="11715676" cy="122026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Using your plan, you are going to start writing your explanation piece.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u="sng" dirty="0">
                <a:latin typeface="Comic Sans MS" panose="030F0702030302020204" pitchFamily="66" charset="0"/>
              </a:rPr>
              <a:t>Modelling</a:t>
            </a:r>
            <a:endParaRPr lang="en-US" sz="1400" u="s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69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251149B-2230-4D86-987B-7396A1BC8842}"/>
              </a:ext>
            </a:extLst>
          </p:cNvPr>
          <p:cNvSpPr txBox="1">
            <a:spLocks/>
          </p:cNvSpPr>
          <p:nvPr/>
        </p:nvSpPr>
        <p:spPr>
          <a:xfrm>
            <a:off x="238162" y="1070546"/>
            <a:ext cx="11715676" cy="1220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When you’re writing, make sure to use the success criteria to ensure you are including all of the features.</a:t>
            </a:r>
            <a:endParaRPr lang="en-US" sz="1400" u="sng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8F41D-D20A-4C98-AE9A-A52FE6BB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03" y="2290813"/>
            <a:ext cx="9437502" cy="312413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640FA28-5BCF-49A4-9706-51482198836E}"/>
              </a:ext>
            </a:extLst>
          </p:cNvPr>
          <p:cNvSpPr txBox="1">
            <a:spLocks/>
          </p:cNvSpPr>
          <p:nvPr/>
        </p:nvSpPr>
        <p:spPr>
          <a:xfrm>
            <a:off x="292180" y="5637733"/>
            <a:ext cx="11715676" cy="1220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If you’ve finished, read through your work and check for any mistakes.</a:t>
            </a:r>
            <a:endParaRPr lang="en-US" sz="1400" u="s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6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WALT: Plan, write, edit and proofread short texts, with little or no support.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my plan to write about an inspirational person.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a range of connectives in my writing.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make my writing interesting for the reader using features from the SC.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0E5D50-18FB-4ABA-94EE-B633F8A10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698E61-A70D-468A-A4EA-60D4D62CF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E87857-F5E2-40B7-AE16-1A225D67E0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8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287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–  Get your plans out from last lesson.  Tell your partner who your inspirational person is and what makes them inspirational.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16</cp:revision>
  <dcterms:created xsi:type="dcterms:W3CDTF">2024-08-22T03:58:08Z</dcterms:created>
  <dcterms:modified xsi:type="dcterms:W3CDTF">2026-08-16T14:28:38Z</dcterms:modified>
</cp:coreProperties>
</file>