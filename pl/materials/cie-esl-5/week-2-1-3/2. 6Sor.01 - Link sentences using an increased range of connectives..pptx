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59" r:id="rId4"/>
    <p:sldId id="260" r:id="rId5"/>
    <p:sldId id="266" r:id="rId6"/>
    <p:sldId id="267" r:id="rId7"/>
    <p:sldId id="270" r:id="rId8"/>
    <p:sldId id="272" r:id="rId9"/>
    <p:sldId id="273" r:id="rId10"/>
    <p:sldId id="274" r:id="rId11"/>
    <p:sldId id="276" r:id="rId12"/>
    <p:sldId id="275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2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0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0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2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7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4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9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0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0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84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BD07C-10EC-49A3-9DAB-7A3BC513AAF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7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6109" y="2723652"/>
            <a:ext cx="10888525" cy="1973477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 </a:t>
            </a:r>
            <a:r>
              <a:rPr lang="en-US" sz="4800" dirty="0">
                <a:latin typeface="Comic Sans MS" panose="030F0702030302020204" pitchFamily="66" charset="0"/>
              </a:rPr>
              <a:t>Link sentences using an increased range of connectives.</a:t>
            </a:r>
          </a:p>
          <a:p>
            <a:pPr algn="l"/>
            <a:endParaRPr lang="en-US" sz="4800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311807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identify connectives in a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explain why certain connectives have been used.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create my own sentences using more complex connectives.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103BA5-7B68-451C-A842-56D2DEA23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33238F-2C49-46C0-875C-8B9784300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0351C1-9C94-4D11-9EE8-99750F93AF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5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238196"/>
            <a:ext cx="1170978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Retrieval Practice </a:t>
            </a:r>
            <a:r>
              <a:rPr lang="en-US" sz="3600" dirty="0">
                <a:latin typeface="Comic Sans MS" panose="030F0702030302020204" pitchFamily="66" charset="0"/>
              </a:rPr>
              <a:t>– Describe where Hanoi is to your partner using prepositions.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BAFF3-7E96-4E54-AD2A-15D8C81F1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388" y="2563759"/>
            <a:ext cx="7512436" cy="3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15" y="530473"/>
            <a:ext cx="12088885" cy="134427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</a:t>
            </a:r>
            <a:r>
              <a:rPr lang="en-US" sz="3600" dirty="0">
                <a:latin typeface="Comic Sans MS" panose="030F0702030302020204" pitchFamily="66" charset="0"/>
              </a:rPr>
              <a:t> – What is an inspirational person?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6F5D7-8934-4EF3-BC19-C013B81A0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343" y="1594075"/>
            <a:ext cx="2768742" cy="2171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EDF8AF-40B3-41B5-9612-0A7E19BE2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19" y="4385787"/>
            <a:ext cx="3048157" cy="23305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9E44E2-B6E4-454C-8574-520B810BD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328" y="4267923"/>
            <a:ext cx="1682836" cy="2216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260EBC-90A8-45A1-A396-D92AF8E6A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604" y="2108812"/>
            <a:ext cx="1701887" cy="21591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8FDD43-F4CC-454F-9AF4-D0C57C106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284" y="1705250"/>
            <a:ext cx="2749691" cy="22924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5733BC-7AB1-4EAE-B30F-44BDE04701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87" y="1840801"/>
            <a:ext cx="2368672" cy="21908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11BBD6-A2E7-4904-8926-5D9B4AD977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2274" y="4339875"/>
            <a:ext cx="1733639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3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143" y="1924807"/>
            <a:ext cx="11480353" cy="2120180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latin typeface="Comic Sans MS" panose="030F0702030302020204" pitchFamily="66" charset="0"/>
              </a:rPr>
            </a:br>
            <a:br>
              <a:rPr lang="en-US" sz="4800" b="1" dirty="0">
                <a:latin typeface="Comic Sans MS" panose="030F0702030302020204" pitchFamily="66" charset="0"/>
              </a:rPr>
            </a:br>
            <a:r>
              <a:rPr lang="en-US" sz="3600" b="0" u="none" strike="noStrike" dirty="0">
                <a:effectLst/>
                <a:latin typeface="Comic Sans MS" panose="030F0702030302020204" pitchFamily="66" charset="0"/>
              </a:rPr>
              <a:t>A connective is </a:t>
            </a:r>
            <a:r>
              <a:rPr lang="en-US" sz="3600" dirty="0">
                <a:latin typeface="Comic Sans MS" panose="030F0702030302020204" pitchFamily="66" charset="0"/>
              </a:rPr>
              <a:t>a word or phrase used to link words, phrases, clauses, or sentences together.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47453C-68DF-4099-86C1-FE8818C83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220" y="415963"/>
            <a:ext cx="1473276" cy="238772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5E14EFB-B01B-484F-BAD4-F59E51AA074F}"/>
              </a:ext>
            </a:extLst>
          </p:cNvPr>
          <p:cNvSpPr txBox="1">
            <a:spLocks/>
          </p:cNvSpPr>
          <p:nvPr/>
        </p:nvSpPr>
        <p:spPr>
          <a:xfrm>
            <a:off x="355823" y="4168541"/>
            <a:ext cx="11480353" cy="2454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because      as      if      but     and      so     </a:t>
            </a:r>
          </a:p>
          <a:p>
            <a:endParaRPr lang="en-US" sz="36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when      which     while    before    after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5C7644-029E-4CCB-9EA8-3FBC958B11E3}"/>
              </a:ext>
            </a:extLst>
          </p:cNvPr>
          <p:cNvSpPr txBox="1">
            <a:spLocks/>
          </p:cNvSpPr>
          <p:nvPr/>
        </p:nvSpPr>
        <p:spPr>
          <a:xfrm>
            <a:off x="458181" y="960851"/>
            <a:ext cx="11480353" cy="212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omic Sans MS" panose="030F0702030302020204" pitchFamily="66" charset="0"/>
              </a:rPr>
              <a:t>What is a connective?</a:t>
            </a:r>
            <a:endParaRPr lang="en-US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85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3485" y="1238196"/>
            <a:ext cx="112974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Connectives are important to use in our writing as they allow us to extend our sentences and give more detail to readers.</a:t>
            </a:r>
          </a:p>
          <a:p>
            <a:endParaRPr lang="en-US" sz="36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Over the next few lessons, we are going to use connectives to write an explanation piece on an inspirational person.</a:t>
            </a:r>
          </a:p>
        </p:txBody>
      </p:sp>
    </p:spTree>
    <p:extLst>
      <p:ext uri="{BB962C8B-B14F-4D97-AF65-F5344CB8AC3E}">
        <p14:creationId xmlns:p14="http://schemas.microsoft.com/office/powerpoint/2010/main" val="257945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767798-3A9D-4800-A1F8-ECE3BBA67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94" y="838783"/>
            <a:ext cx="8060990" cy="5701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92D0C3-830D-470E-B753-7B2D69DE8CF6}"/>
              </a:ext>
            </a:extLst>
          </p:cNvPr>
          <p:cNvSpPr txBox="1"/>
          <p:nvPr/>
        </p:nvSpPr>
        <p:spPr>
          <a:xfrm>
            <a:off x="204716" y="1242062"/>
            <a:ext cx="5127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Let’s read this together.</a:t>
            </a:r>
          </a:p>
        </p:txBody>
      </p:sp>
    </p:spTree>
    <p:extLst>
      <p:ext uri="{BB962C8B-B14F-4D97-AF65-F5344CB8AC3E}">
        <p14:creationId xmlns:p14="http://schemas.microsoft.com/office/powerpoint/2010/main" val="255570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767798-3A9D-4800-A1F8-ECE3BBA67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94" y="838783"/>
            <a:ext cx="8060990" cy="5701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92D0C3-830D-470E-B753-7B2D69DE8CF6}"/>
              </a:ext>
            </a:extLst>
          </p:cNvPr>
          <p:cNvSpPr txBox="1"/>
          <p:nvPr/>
        </p:nvSpPr>
        <p:spPr>
          <a:xfrm>
            <a:off x="204717" y="1242062"/>
            <a:ext cx="3721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Underline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the connectives that you can spot.</a:t>
            </a:r>
          </a:p>
        </p:txBody>
      </p:sp>
    </p:spTree>
    <p:extLst>
      <p:ext uri="{BB962C8B-B14F-4D97-AF65-F5344CB8AC3E}">
        <p14:creationId xmlns:p14="http://schemas.microsoft.com/office/powerpoint/2010/main" val="499337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2D0C3-830D-470E-B753-7B2D69DE8CF6}"/>
              </a:ext>
            </a:extLst>
          </p:cNvPr>
          <p:cNvSpPr txBox="1"/>
          <p:nvPr/>
        </p:nvSpPr>
        <p:spPr>
          <a:xfrm>
            <a:off x="204717" y="1242062"/>
            <a:ext cx="3721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Underline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the connectives that you can spot.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B7529-5C4D-4F32-880B-380514C9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755" y="918126"/>
            <a:ext cx="8107953" cy="561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4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2D0C3-830D-470E-B753-7B2D69DE8CF6}"/>
              </a:ext>
            </a:extLst>
          </p:cNvPr>
          <p:cNvSpPr txBox="1"/>
          <p:nvPr/>
        </p:nvSpPr>
        <p:spPr>
          <a:xfrm>
            <a:off x="204717" y="1242062"/>
            <a:ext cx="3721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What are the jobs of each of the connectives used?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B7529-5C4D-4F32-880B-380514C9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171" y="908501"/>
            <a:ext cx="8107953" cy="561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0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2D0C3-830D-470E-B753-7B2D69DE8CF6}"/>
              </a:ext>
            </a:extLst>
          </p:cNvPr>
          <p:cNvSpPr txBox="1"/>
          <p:nvPr/>
        </p:nvSpPr>
        <p:spPr>
          <a:xfrm>
            <a:off x="361752" y="999841"/>
            <a:ext cx="11335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Using the connectives we’ve looked at today, write 5 sentences in your notebooks.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A09EBE-9F31-4947-B69C-1E71263A7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341" y="2305252"/>
            <a:ext cx="4199647" cy="2952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C9F108-C1AF-4712-8B67-3454D582EE2D}"/>
              </a:ext>
            </a:extLst>
          </p:cNvPr>
          <p:cNvSpPr txBox="1"/>
          <p:nvPr/>
        </p:nvSpPr>
        <p:spPr>
          <a:xfrm>
            <a:off x="361752" y="2935895"/>
            <a:ext cx="73962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For example…</a:t>
            </a:r>
          </a:p>
          <a:p>
            <a:endParaRPr lang="en-US" sz="3600" b="1" dirty="0">
              <a:latin typeface="Comic Sans MS" panose="030F0702030302020204" pitchFamily="66" charset="0"/>
            </a:endParaRPr>
          </a:p>
          <a:p>
            <a:r>
              <a:rPr lang="en-US" sz="3600" b="1" dirty="0">
                <a:latin typeface="Comic Sans MS" panose="030F0702030302020204" pitchFamily="66" charset="0"/>
              </a:rPr>
              <a:t>As a result of walking quietly throughout school, Grade 5 received 10 minutes of extra break time.</a:t>
            </a:r>
          </a:p>
        </p:txBody>
      </p:sp>
    </p:spTree>
    <p:extLst>
      <p:ext uri="{BB962C8B-B14F-4D97-AF65-F5344CB8AC3E}">
        <p14:creationId xmlns:p14="http://schemas.microsoft.com/office/powerpoint/2010/main" val="347707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identify connectives in a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explain why certain connectives have been used.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create my own sentences using more complex connectives.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103BA5-7B68-451C-A842-56D2DEA23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33238F-2C49-46C0-875C-8B9784300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0351C1-9C94-4D11-9EE8-99750F93AF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28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715" y="736474"/>
            <a:ext cx="11847285" cy="1774001"/>
          </a:xfrm>
        </p:spPr>
        <p:txBody>
          <a:bodyPr>
            <a:no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Plenary</a:t>
            </a:r>
            <a:r>
              <a:rPr lang="en-US" dirty="0">
                <a:latin typeface="Comic Sans MS" panose="030F0702030302020204" pitchFamily="66" charset="0"/>
              </a:rPr>
              <a:t> – Think of an inspirational person you could do a presentation about.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543" y="2641599"/>
            <a:ext cx="11640457" cy="2670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What will you need to find out about them to create a presentation?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Link sentences using an increased range of connectives.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3074" name="Picture 2" descr="The 10 most inspirational people of all time | The Gentleman's Journal |  Gentleman's Journ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951" y="3410856"/>
            <a:ext cx="2605738" cy="326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286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408</Words>
  <Application>Microsoft Office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 – Describe where Hanoi is to your partner using prepositions.</vt:lpstr>
      <vt:lpstr>Starter – What is an inspirational person? </vt:lpstr>
      <vt:lpstr>  A connective is a word or phrase used to link words, phrases, clauses, or sentences together.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– Think of an inspirational person you could do a presentation about.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31</cp:revision>
  <dcterms:created xsi:type="dcterms:W3CDTF">2024-08-19T03:31:33Z</dcterms:created>
  <dcterms:modified xsi:type="dcterms:W3CDTF">2026-08-24T05:03:13Z</dcterms:modified>
</cp:coreProperties>
</file>