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3" r:id="rId3"/>
    <p:sldId id="259" r:id="rId4"/>
    <p:sldId id="266" r:id="rId5"/>
    <p:sldId id="278" r:id="rId6"/>
    <p:sldId id="279" r:id="rId7"/>
    <p:sldId id="280" r:id="rId8"/>
    <p:sldId id="281" r:id="rId9"/>
    <p:sldId id="282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2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0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0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2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7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4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9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0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0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84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BD07C-10EC-49A3-9DAB-7A3BC513AAFC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A41B1-8709-497F-A5A8-7AD07F1D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7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nglishpracticetest.net/practice-listening-test-for-b1-with-answer-and-audioscript-test-03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6109" y="2723652"/>
            <a:ext cx="10888525" cy="1973477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 </a:t>
            </a:r>
            <a:r>
              <a:rPr lang="en-US" sz="48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311807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30137" y="3711614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answer comprehension questions on a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3711614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 comprehension questions on a text.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103BA5-7B68-451C-A842-56D2DEA23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8102" y="1497875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33238F-2C49-46C0-875C-8B9784300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995" y="1238196"/>
            <a:ext cx="1102890" cy="230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0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717769"/>
            <a:ext cx="1170978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42074D1-E4AC-4DAD-9FC0-B5257B127517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22F3D-FE95-4C00-9AD7-9A17471A7978}"/>
              </a:ext>
            </a:extLst>
          </p:cNvPr>
          <p:cNvSpPr txBox="1"/>
          <p:nvPr/>
        </p:nvSpPr>
        <p:spPr>
          <a:xfrm>
            <a:off x="286352" y="6253916"/>
            <a:ext cx="11244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https://englishpracticetest.net/practice-listening-test-for-b1-with-answer-and-audioscript-test-03/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F7EC8-0BC9-49E7-B977-25C9C7B76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180" y="1900851"/>
            <a:ext cx="9325057" cy="341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39" y="1469186"/>
            <a:ext cx="4386536" cy="161329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Read the text independently. 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C317079-CBBC-4E19-AD76-A45BC507E769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E7065-1B35-4073-9D41-CF8FDE14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94" y="838783"/>
            <a:ext cx="8060990" cy="570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85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5" y="1346329"/>
            <a:ext cx="7592939" cy="4111195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Comic Sans MS" panose="030F0702030302020204" pitchFamily="66" charset="0"/>
              </a:rPr>
              <a:t>I do</a:t>
            </a:r>
            <a:br>
              <a:rPr lang="en-US" sz="4000" b="1" u="sng" dirty="0">
                <a:latin typeface="Comic Sans MS" panose="030F0702030302020204" pitchFamily="66" charset="0"/>
              </a:rPr>
            </a:br>
            <a:br>
              <a:rPr lang="en-US" sz="4000" b="1" u="sng" dirty="0">
                <a:latin typeface="Comic Sans MS" panose="030F0702030302020204" pitchFamily="66" charset="0"/>
              </a:rPr>
            </a:br>
            <a:r>
              <a:rPr lang="en-US" sz="4000" b="1" dirty="0">
                <a:latin typeface="Comic Sans MS" panose="030F0702030302020204" pitchFamily="66" charset="0"/>
              </a:rPr>
              <a:t>Why is Marcus Rashford famous?</a:t>
            </a:r>
            <a:br>
              <a:rPr lang="en-US" sz="4000" b="1" dirty="0">
                <a:latin typeface="Comic Sans MS" panose="030F0702030302020204" pitchFamily="66" charset="0"/>
              </a:rPr>
            </a:br>
            <a:br>
              <a:rPr lang="en-US" sz="4000" b="1" u="sng" dirty="0">
                <a:latin typeface="Comic Sans MS" panose="030F0702030302020204" pitchFamily="66" charset="0"/>
              </a:rPr>
            </a:br>
            <a:endParaRPr lang="en-US" sz="4000" u="sng" dirty="0">
              <a:latin typeface="Comic Sans MS" panose="030F0702030302020204" pitchFamily="66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C317079-CBBC-4E19-AD76-A45BC507E769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E7065-1B35-4073-9D41-CF8FDE14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130" y="858033"/>
            <a:ext cx="5075154" cy="35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0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5" y="1346329"/>
            <a:ext cx="6502699" cy="4111195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Comic Sans MS" panose="030F0702030302020204" pitchFamily="66" charset="0"/>
              </a:rPr>
              <a:t>We do</a:t>
            </a:r>
            <a:br>
              <a:rPr lang="en-US" sz="4000" b="1" u="sng" dirty="0">
                <a:latin typeface="Comic Sans MS" panose="030F0702030302020204" pitchFamily="66" charset="0"/>
              </a:rPr>
            </a:br>
            <a:br>
              <a:rPr lang="en-US" sz="4000" b="1" u="sng" dirty="0">
                <a:latin typeface="Comic Sans MS" panose="030F0702030302020204" pitchFamily="66" charset="0"/>
              </a:rPr>
            </a:br>
            <a:r>
              <a:rPr lang="en-US" sz="4000" b="1" dirty="0">
                <a:latin typeface="Comic Sans MS" panose="030F0702030302020204" pitchFamily="66" charset="0"/>
              </a:rPr>
              <a:t>What word describes Marcus Rashford’s work ethic?</a:t>
            </a:r>
            <a:br>
              <a:rPr lang="en-US" sz="4000" b="1" dirty="0">
                <a:latin typeface="Comic Sans MS" panose="030F0702030302020204" pitchFamily="66" charset="0"/>
              </a:rPr>
            </a:br>
            <a:br>
              <a:rPr lang="en-US" sz="4000" b="1" u="sng" dirty="0">
                <a:latin typeface="Comic Sans MS" panose="030F0702030302020204" pitchFamily="66" charset="0"/>
              </a:rPr>
            </a:br>
            <a:endParaRPr lang="en-US" sz="4000" u="sng" dirty="0">
              <a:latin typeface="Comic Sans MS" panose="030F0702030302020204" pitchFamily="66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C317079-CBBC-4E19-AD76-A45BC507E769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E7065-1B35-4073-9D41-CF8FDE14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130" y="858033"/>
            <a:ext cx="5075154" cy="35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5" y="1346329"/>
            <a:ext cx="6502699" cy="4111195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Comic Sans MS" panose="030F0702030302020204" pitchFamily="66" charset="0"/>
              </a:rPr>
              <a:t>You do</a:t>
            </a:r>
            <a:br>
              <a:rPr lang="en-US" sz="4000" b="1" u="sng" dirty="0">
                <a:latin typeface="Comic Sans MS" panose="030F0702030302020204" pitchFamily="66" charset="0"/>
              </a:rPr>
            </a:br>
            <a:br>
              <a:rPr lang="en-US" sz="4000" b="1" u="sng" dirty="0">
                <a:latin typeface="Comic Sans MS" panose="030F0702030302020204" pitchFamily="66" charset="0"/>
              </a:rPr>
            </a:br>
            <a:r>
              <a:rPr lang="en-US" sz="4000" b="1" dirty="0">
                <a:latin typeface="Comic Sans MS" panose="030F0702030302020204" pitchFamily="66" charset="0"/>
              </a:rPr>
              <a:t>When did Marcus Rashford decide to help children?</a:t>
            </a:r>
            <a:br>
              <a:rPr lang="en-US" sz="4000" b="1" dirty="0">
                <a:latin typeface="Comic Sans MS" panose="030F0702030302020204" pitchFamily="66" charset="0"/>
              </a:rPr>
            </a:br>
            <a:br>
              <a:rPr lang="en-US" sz="4000" b="1" u="sng" dirty="0">
                <a:latin typeface="Comic Sans MS" panose="030F0702030302020204" pitchFamily="66" charset="0"/>
              </a:rPr>
            </a:br>
            <a:endParaRPr lang="en-US" sz="4000" u="sng" dirty="0">
              <a:latin typeface="Comic Sans MS" panose="030F0702030302020204" pitchFamily="66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C317079-CBBC-4E19-AD76-A45BC507E769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E7065-1B35-4073-9D41-CF8FDE14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130" y="858033"/>
            <a:ext cx="5075154" cy="35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3" y="1088854"/>
            <a:ext cx="6502699" cy="2032138"/>
          </a:xfrm>
        </p:spPr>
        <p:txBody>
          <a:bodyPr>
            <a:normAutofit fontScale="90000"/>
          </a:bodyPr>
          <a:lstStyle/>
          <a:p>
            <a:r>
              <a:rPr lang="en-US" sz="3200" b="1" u="sng" dirty="0">
                <a:latin typeface="Comic Sans MS" panose="030F0702030302020204" pitchFamily="66" charset="0"/>
              </a:rPr>
              <a:t>Your task</a:t>
            </a:r>
            <a:br>
              <a:rPr lang="en-US" sz="4000" b="1" u="sng" dirty="0">
                <a:latin typeface="Comic Sans MS" panose="030F0702030302020204" pitchFamily="66" charset="0"/>
              </a:rPr>
            </a:br>
            <a:br>
              <a:rPr lang="en-US" sz="4000" b="1" dirty="0">
                <a:latin typeface="Comic Sans MS" panose="030F0702030302020204" pitchFamily="66" charset="0"/>
              </a:rPr>
            </a:br>
            <a:br>
              <a:rPr lang="en-US" sz="4000" b="1" u="sng" dirty="0">
                <a:latin typeface="Comic Sans MS" panose="030F0702030302020204" pitchFamily="66" charset="0"/>
              </a:rPr>
            </a:br>
            <a:endParaRPr lang="en-US" sz="4000" u="sng" dirty="0">
              <a:latin typeface="Comic Sans MS" panose="030F0702030302020204" pitchFamily="66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C317079-CBBC-4E19-AD76-A45BC507E769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A3E77A-BEDF-4755-8386-972A9313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033" y="1443780"/>
            <a:ext cx="8932034" cy="504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6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3" y="1088854"/>
            <a:ext cx="6502699" cy="2032138"/>
          </a:xfrm>
        </p:spPr>
        <p:txBody>
          <a:bodyPr>
            <a:normAutofit fontScale="90000"/>
          </a:bodyPr>
          <a:lstStyle/>
          <a:p>
            <a:r>
              <a:rPr lang="en-US" sz="3200" b="1" u="sng" dirty="0">
                <a:latin typeface="Comic Sans MS" panose="030F0702030302020204" pitchFamily="66" charset="0"/>
              </a:rPr>
              <a:t>Answers</a:t>
            </a:r>
            <a:br>
              <a:rPr lang="en-US" sz="4000" b="1" u="sng" dirty="0">
                <a:latin typeface="Comic Sans MS" panose="030F0702030302020204" pitchFamily="66" charset="0"/>
              </a:rPr>
            </a:br>
            <a:br>
              <a:rPr lang="en-US" sz="4000" b="1" dirty="0">
                <a:latin typeface="Comic Sans MS" panose="030F0702030302020204" pitchFamily="66" charset="0"/>
              </a:rPr>
            </a:br>
            <a:br>
              <a:rPr lang="en-US" sz="4000" b="1" u="sng" dirty="0">
                <a:latin typeface="Comic Sans MS" panose="030F0702030302020204" pitchFamily="66" charset="0"/>
              </a:rPr>
            </a:br>
            <a:endParaRPr lang="en-US" sz="4000" u="sng" dirty="0">
              <a:latin typeface="Comic Sans MS" panose="030F0702030302020204" pitchFamily="66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C317079-CBBC-4E19-AD76-A45BC507E769}"/>
              </a:ext>
            </a:extLst>
          </p:cNvPr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839B2-32B7-4431-A0F3-8C7B3CBE3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99" y="1743499"/>
            <a:ext cx="10111526" cy="461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0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 most of the main points of short and extended texts.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30137" y="3711614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answer comprehension questions on a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3711614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 comprehension questions on a text.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103BA5-7B68-451C-A842-56D2DEA23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8102" y="1497875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33238F-2C49-46C0-875C-8B9784300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995" y="1238196"/>
            <a:ext cx="1102890" cy="230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8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287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Read the text independently. </vt:lpstr>
      <vt:lpstr>I do  Why is Marcus Rashford famous?  </vt:lpstr>
      <vt:lpstr>We do  What word describes Marcus Rashford’s work ethic?  </vt:lpstr>
      <vt:lpstr>You do  When did Marcus Rashford decide to help children?  </vt:lpstr>
      <vt:lpstr>Your task   </vt:lpstr>
      <vt:lpstr>Answers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38</cp:revision>
  <dcterms:created xsi:type="dcterms:W3CDTF">2024-08-19T03:31:33Z</dcterms:created>
  <dcterms:modified xsi:type="dcterms:W3CDTF">2026-08-16T13:56:35Z</dcterms:modified>
</cp:coreProperties>
</file>