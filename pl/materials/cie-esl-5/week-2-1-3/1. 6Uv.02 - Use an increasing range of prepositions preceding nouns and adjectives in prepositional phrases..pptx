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8" r:id="rId5"/>
    <p:sldId id="260" r:id="rId6"/>
    <p:sldId id="263" r:id="rId7"/>
    <p:sldId id="264" r:id="rId8"/>
    <p:sldId id="265" r:id="rId9"/>
    <p:sldId id="266" r:id="rId10"/>
    <p:sldId id="267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DD12-E25B-4D44-BCD5-800D26E8470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667C-99A0-48F3-9BAD-ADE60908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10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DD12-E25B-4D44-BCD5-800D26E8470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667C-99A0-48F3-9BAD-ADE60908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518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DD12-E25B-4D44-BCD5-800D26E8470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667C-99A0-48F3-9BAD-ADE60908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DD12-E25B-4D44-BCD5-800D26E8470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667C-99A0-48F3-9BAD-ADE60908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34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DD12-E25B-4D44-BCD5-800D26E8470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667C-99A0-48F3-9BAD-ADE60908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78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DD12-E25B-4D44-BCD5-800D26E8470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667C-99A0-48F3-9BAD-ADE60908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DD12-E25B-4D44-BCD5-800D26E8470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667C-99A0-48F3-9BAD-ADE60908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5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DD12-E25B-4D44-BCD5-800D26E8470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667C-99A0-48F3-9BAD-ADE60908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86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DD12-E25B-4D44-BCD5-800D26E8470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667C-99A0-48F3-9BAD-ADE60908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347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DD12-E25B-4D44-BCD5-800D26E8470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667C-99A0-48F3-9BAD-ADE60908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1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8DD12-E25B-4D44-BCD5-800D26E8470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667C-99A0-48F3-9BAD-ADE60908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05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8DD12-E25B-4D44-BCD5-800D26E8470E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2667C-99A0-48F3-9BAD-ADE6090892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16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3599" y="2781404"/>
            <a:ext cx="11454582" cy="253174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Monday 24</a:t>
            </a:r>
            <a:r>
              <a:rPr lang="en-US" sz="4400" b="1" baseline="30000" dirty="0">
                <a:latin typeface="Comic Sans MS" panose="030F0702030302020204" pitchFamily="66" charset="0"/>
              </a:rPr>
              <a:t>th</a:t>
            </a:r>
            <a:r>
              <a:rPr lang="en-US" sz="4400" b="1" dirty="0">
                <a:latin typeface="Comic Sans MS" panose="030F0702030302020204" pitchFamily="66" charset="0"/>
              </a:rPr>
              <a:t> August 2026</a:t>
            </a:r>
          </a:p>
          <a:p>
            <a:pPr algn="l"/>
            <a:endParaRPr lang="en-US" sz="4400" b="1" dirty="0">
              <a:latin typeface="Comic Sans MS" panose="030F0702030302020204" pitchFamily="66" charset="0"/>
            </a:endParaRPr>
          </a:p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WALT: </a:t>
            </a:r>
            <a:r>
              <a:rPr lang="en-US" sz="4400" dirty="0">
                <a:latin typeface="Comic Sans MS" panose="030F0702030302020204" pitchFamily="66" charset="0"/>
              </a:rPr>
              <a:t>Use an increasing range of prepositions before nouns and adjectives in prepositional phrases.</a:t>
            </a:r>
            <a:endParaRPr lang="en-US" sz="4400" b="1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1 – My World</a:t>
            </a:r>
          </a:p>
        </p:txBody>
      </p:sp>
    </p:spTree>
    <p:extLst>
      <p:ext uri="{BB962C8B-B14F-4D97-AF65-F5344CB8AC3E}">
        <p14:creationId xmlns:p14="http://schemas.microsoft.com/office/powerpoint/2010/main" val="1523596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177517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prepositions before nouns and adjectives in prepositional phrases.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add the correct preposition to a sentence.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38618" y="3523282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my own sentences using prepositions correctly.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feedback on the prepositional sentences of other students.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EA2CBC-62AB-42DA-8748-85CCD2A1A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9810" y="1175657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6192A70-9978-4E05-8A2C-4963EF6985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703" y="915978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3B3B99-9304-44B4-9F91-86F12FE155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998" y="802513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31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932010"/>
            <a:ext cx="11987284" cy="622295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Retrieval Practice 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prepositions before nouns and adjectives in prepositional phrases.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118AD-F0EB-458B-9A46-2329603CF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661" y="1629268"/>
            <a:ext cx="8300677" cy="467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79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16" y="932010"/>
            <a:ext cx="11987284" cy="622295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Retrieval Practice 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prepositions before nouns and adjectives in prepositional phrases.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118AD-F0EB-458B-9A46-2329603CF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661" y="1629268"/>
            <a:ext cx="8300677" cy="46711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AF8A82F-5304-44EE-8570-12ECC96B35DE}"/>
              </a:ext>
            </a:extLst>
          </p:cNvPr>
          <p:cNvSpPr/>
          <p:nvPr/>
        </p:nvSpPr>
        <p:spPr>
          <a:xfrm>
            <a:off x="5793474" y="3619099"/>
            <a:ext cx="4284177" cy="63526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68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02" y="1257891"/>
            <a:ext cx="12076497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Starter– </a:t>
            </a:r>
            <a:r>
              <a:rPr lang="en-US" sz="3200" dirty="0">
                <a:latin typeface="Comic Sans MS" panose="030F0702030302020204" pitchFamily="66" charset="0"/>
              </a:rPr>
              <a:t>Can you spot the mistakes in these prepositional sentences?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991" y="3424491"/>
            <a:ext cx="113828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lphaLcParenR"/>
            </a:pPr>
            <a:r>
              <a:rPr lang="en-US" sz="4000" dirty="0">
                <a:latin typeface="Comic Sans MS" panose="030F0702030302020204" pitchFamily="66" charset="0"/>
              </a:rPr>
              <a:t>This chocolate is of Ghana.</a:t>
            </a:r>
          </a:p>
          <a:p>
            <a:pPr marL="742950" indent="-742950">
              <a:buAutoNum type="alphaLcParenR"/>
            </a:pPr>
            <a:endParaRPr lang="en-US" sz="4000" dirty="0">
              <a:latin typeface="Comic Sans MS" panose="030F0702030302020204" pitchFamily="66" charset="0"/>
            </a:endParaRPr>
          </a:p>
          <a:p>
            <a:pPr marL="742950" indent="-742950">
              <a:buAutoNum type="alphaLcParenR"/>
            </a:pPr>
            <a:r>
              <a:rPr lang="en-US" sz="4000" dirty="0">
                <a:latin typeface="Comic Sans MS" panose="030F0702030302020204" pitchFamily="66" charset="0"/>
              </a:rPr>
              <a:t>He has the same name with me. 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prepositions before nouns and adjectives in prepositional phrases.</a:t>
            </a:r>
            <a:endParaRPr lang="en-US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160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33" y="1257891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Starter– </a:t>
            </a:r>
            <a:r>
              <a:rPr lang="en-US" dirty="0">
                <a:latin typeface="Comic Sans MS" panose="030F0702030302020204" pitchFamily="66" charset="0"/>
              </a:rPr>
              <a:t>Can you spot the mistakes in these prepositional sentences?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3620" y="3439006"/>
            <a:ext cx="1138288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lphaLcParenR"/>
            </a:pPr>
            <a:r>
              <a:rPr lang="en-US" sz="4400" dirty="0">
                <a:latin typeface="Comic Sans MS" panose="030F0702030302020204" pitchFamily="66" charset="0"/>
              </a:rPr>
              <a:t>This chocolate is </a:t>
            </a:r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from</a:t>
            </a:r>
            <a:r>
              <a:rPr lang="en-US" sz="4400" dirty="0">
                <a:latin typeface="Comic Sans MS" panose="030F0702030302020204" pitchFamily="66" charset="0"/>
              </a:rPr>
              <a:t> Ghana.</a:t>
            </a:r>
          </a:p>
          <a:p>
            <a:pPr marL="742950" indent="-742950">
              <a:buAutoNum type="alphaLcParenR"/>
            </a:pPr>
            <a:endParaRPr lang="en-US" sz="4400" dirty="0">
              <a:latin typeface="Comic Sans MS" panose="030F0702030302020204" pitchFamily="66" charset="0"/>
            </a:endParaRPr>
          </a:p>
          <a:p>
            <a:pPr marL="742950" indent="-742950">
              <a:buAutoNum type="alphaLcParenR"/>
            </a:pPr>
            <a:r>
              <a:rPr lang="en-US" sz="4400" dirty="0">
                <a:latin typeface="Comic Sans MS" panose="030F0702030302020204" pitchFamily="66" charset="0"/>
              </a:rPr>
              <a:t>He has the same name </a:t>
            </a:r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as</a:t>
            </a:r>
            <a:r>
              <a:rPr lang="en-US" sz="4400" dirty="0">
                <a:latin typeface="Comic Sans MS" panose="030F0702030302020204" pitchFamily="66" charset="0"/>
              </a:rPr>
              <a:t> me. 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prepositions before nouns and adjectives in prepositional phrases.</a:t>
            </a:r>
            <a:endParaRPr lang="en-US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443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33" y="11488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Comic Sans MS" panose="030F0702030302020204" pitchFamily="66" charset="0"/>
              </a:rPr>
              <a:t>What is a preposition?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826" y="2573763"/>
            <a:ext cx="10990347" cy="40494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 preposition is a word that shows the relationship between words. </a:t>
            </a: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It often tells us about:</a:t>
            </a:r>
          </a:p>
          <a:p>
            <a:pPr marL="0" indent="0"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Place:</a:t>
            </a:r>
            <a:r>
              <a:rPr lang="en-US" sz="3200" dirty="0">
                <a:latin typeface="Comic Sans MS" panose="030F0702030302020204" pitchFamily="66" charset="0"/>
              </a:rPr>
              <a:t> in, on, under, behind, in front of, beside, between, etc.</a:t>
            </a:r>
          </a:p>
          <a:p>
            <a:pPr marL="0" indent="0"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Time:</a:t>
            </a:r>
            <a:r>
              <a:rPr lang="en-US" sz="3200" dirty="0">
                <a:latin typeface="Comic Sans MS" panose="030F0702030302020204" pitchFamily="66" charset="0"/>
              </a:rPr>
              <a:t> at, on, in, before, after, during, since, until, etc.</a:t>
            </a:r>
          </a:p>
          <a:p>
            <a:pPr marL="0" indent="0"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Direction:</a:t>
            </a:r>
            <a:r>
              <a:rPr lang="en-US" sz="3200" dirty="0">
                <a:latin typeface="Comic Sans MS" panose="030F0702030302020204" pitchFamily="66" charset="0"/>
              </a:rPr>
              <a:t> to, from, into, out of, up, down, etc.</a:t>
            </a:r>
          </a:p>
          <a:p>
            <a:pPr marL="0" indent="0"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Manner:</a:t>
            </a:r>
            <a:r>
              <a:rPr lang="en-US" sz="3200" dirty="0">
                <a:latin typeface="Comic Sans MS" panose="030F0702030302020204" pitchFamily="66" charset="0"/>
              </a:rPr>
              <a:t> by, with, without, like, etc.</a:t>
            </a:r>
          </a:p>
          <a:p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an increasing range of prepositions before nouns and adjectives in prepositional phrases.</a:t>
            </a:r>
            <a:endParaRPr lang="en-US" sz="20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21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33" y="130855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latin typeface="Comic Sans MS" panose="030F0702030302020204" pitchFamily="66" charset="0"/>
              </a:rPr>
              <a:t>What prepositions do you know?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prepositions before nouns and adjectives in prepositional phrases.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750" b="76875" l="6375" r="96500"/>
                    </a14:imgEffect>
                  </a14:imgLayer>
                </a14:imgProps>
              </a:ext>
            </a:extLst>
          </a:blip>
          <a:srcRect t="22015" b="23716"/>
          <a:stretch/>
        </p:blipFill>
        <p:spPr>
          <a:xfrm>
            <a:off x="3228833" y="3085622"/>
            <a:ext cx="5696803" cy="309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93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prepositions preceding nouns and adjectives in prepositional phrases.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4576" y="954697"/>
            <a:ext cx="11486627" cy="3909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omic Sans MS" panose="030F0702030302020204" pitchFamily="66" charset="0"/>
              </a:rPr>
              <a:t>Copy these sentences into your notebook including the correct preposition: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Mongolia is ___________ China and Russia.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Lots of people travel Vietnam _______ train, travelling _________ north ________ south.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Lines of latitude are parallel ________ the equator.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The world is divided ____________ 7 continents.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2400" dirty="0">
                <a:latin typeface="Comic Sans MS" panose="030F0702030302020204" pitchFamily="66" charset="0"/>
              </a:rPr>
              <a:t>Ms. Colette is _____________ the U.K.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076" y="5076110"/>
            <a:ext cx="4724398" cy="1426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Comic Sans MS" panose="030F0702030302020204" pitchFamily="66" charset="0"/>
              </a:rPr>
              <a:t>Write your own sentences using as many different prepositions as you can.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35037" y="4993857"/>
            <a:ext cx="472439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omic Sans MS" panose="030F0702030302020204" pitchFamily="66" charset="0"/>
              </a:rPr>
              <a:t>Swap sentences with someone else who is finished and given them feedback.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9326" y="1445171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between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6237" y="2029946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49112" y="2023992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from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1607" y="2520420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6237" y="3057078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7825" y="3658505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1275" y="4210729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from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2BF9970-7DA8-4490-81B1-0AD925D1E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080" y="843417"/>
            <a:ext cx="600371" cy="11558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8A9E625-061D-4EAA-B8D9-805DF89776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65" y="5161798"/>
            <a:ext cx="600371" cy="12549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1201E38-3681-4BBD-9590-3541FD6B00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783" y="4993857"/>
            <a:ext cx="712918" cy="161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60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177517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prepositions preceding nouns and adjectives in prepositional phrases.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I can add the correct preposition to a sentence.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38618" y="3523282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write my own sentences using prepositions correctly.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feedback on the prepositional sentences of other students.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2A6D22-6A08-44B9-B5FF-B3927F03B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49810" y="1175657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B55466-A66D-4479-B7A6-A71A2DEA3B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703" y="915978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6BC778-5980-4DEA-A4AD-174040E5A1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998" y="802513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09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633" y="545899"/>
            <a:ext cx="10515600" cy="237848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Plenary</a:t>
            </a:r>
            <a:r>
              <a:rPr lang="en-US" sz="4000" dirty="0">
                <a:latin typeface="Comic Sans MS" panose="030F0702030302020204" pitchFamily="66" charset="0"/>
              </a:rPr>
              <a:t> – Use the prepositions and nouns on the board to think of a sentence.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716" y="234752"/>
            <a:ext cx="11177517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an increasing range of prepositions preceding nouns and adjectives in prepositional phrases.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9256" y="3021415"/>
            <a:ext cx="39654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to the south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9656" y="5909714"/>
            <a:ext cx="39654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in the middle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6459" y="2791816"/>
            <a:ext cx="39654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of an orange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318" y="4657333"/>
            <a:ext cx="39654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to the west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9110" y="4272612"/>
            <a:ext cx="75149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between the mountains</a:t>
            </a:r>
          </a:p>
        </p:txBody>
      </p:sp>
    </p:spTree>
    <p:extLst>
      <p:ext uri="{BB962C8B-B14F-4D97-AF65-F5344CB8AC3E}">
        <p14:creationId xmlns:p14="http://schemas.microsoft.com/office/powerpoint/2010/main" val="731935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527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 </vt:lpstr>
      <vt:lpstr>Retrieval Practice </vt:lpstr>
      <vt:lpstr>Starter– Can you spot the mistakes in these prepositional sentences?</vt:lpstr>
      <vt:lpstr>Starter– Can you spot the mistakes in these prepositional sentences?</vt:lpstr>
      <vt:lpstr>What is a preposition?</vt:lpstr>
      <vt:lpstr>What prepositions do you know?</vt:lpstr>
      <vt:lpstr>PowerPoint Presentation</vt:lpstr>
      <vt:lpstr>PowerPoint Presentation</vt:lpstr>
      <vt:lpstr>Plenary – Use the prepositions and nouns on the board to think of a sentence.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 Aisling Meade (VSC-KTiH-MB)</cp:lastModifiedBy>
  <cp:revision>13</cp:revision>
  <dcterms:created xsi:type="dcterms:W3CDTF">2024-08-15T06:08:00Z</dcterms:created>
  <dcterms:modified xsi:type="dcterms:W3CDTF">2026-08-24T06:44:00Z</dcterms:modified>
</cp:coreProperties>
</file>