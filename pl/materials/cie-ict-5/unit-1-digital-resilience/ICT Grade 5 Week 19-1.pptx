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DM Sans" charset="1" panose="00000000000000000000"/>
      <p:regular r:id="rId10"/>
    </p:embeddedFont>
    <p:embeddedFont>
      <p:font typeface="DM Sans Bold" charset="1" panose="00000000000000000000"/>
      <p:regular r:id="rId11"/>
    </p:embeddedFont>
    <p:embeddedFont>
      <p:font typeface="DM Sans Italics" charset="1" panose="00000000000000000000"/>
      <p:regular r:id="rId12"/>
    </p:embeddedFont>
    <p:embeddedFont>
      <p:font typeface="DM Sans Bold Italics" charset="1" panose="00000000000000000000"/>
      <p:regular r:id="rId13"/>
    </p:embeddedFont>
    <p:embeddedFont>
      <p:font typeface="Bobby Jones" charset="1" panose="000000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Canva Sans Bold Italics" charset="1" panose="020B0803030501040103"/>
      <p:regular r:id="rId18"/>
    </p:embeddedFont>
    <p:embeddedFont>
      <p:font typeface="Canva Sans Medium" charset="1" panose="020B0603030501040103"/>
      <p:regular r:id="rId19"/>
    </p:embeddedFont>
    <p:embeddedFont>
      <p:font typeface="Canva Sans Medium Italics" charset="1" panose="020B0603030501040103"/>
      <p:regular r:id="rId20"/>
    </p:embeddedFont>
    <p:embeddedFont>
      <p:font typeface="Cosmic Octo Bold" charset="1" panose="00000800000000000000"/>
      <p:regular r:id="rId21"/>
    </p:embeddedFont>
    <p:embeddedFont>
      <p:font typeface="Cosmic Octo Medium" charset="1" panose="00000600000000000000"/>
      <p:regular r:id="rId22"/>
    </p:embeddedFont>
    <p:embeddedFont>
      <p:font typeface="Cosmic Octo Heavy" charset="1" panose="00000A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slides/slide1.xml" Type="http://schemas.openxmlformats.org/officeDocument/2006/relationships/slide"/><Relationship Id="rId25" Target="slides/slide2.xml" Type="http://schemas.openxmlformats.org/officeDocument/2006/relationships/slide"/><Relationship Id="rId26" Target="slides/slide3.xml" Type="http://schemas.openxmlformats.org/officeDocument/2006/relationships/slide"/><Relationship Id="rId27" Target="slides/slide4.xml" Type="http://schemas.openxmlformats.org/officeDocument/2006/relationships/slide"/><Relationship Id="rId28" Target="slides/slide5.xml" Type="http://schemas.openxmlformats.org/officeDocument/2006/relationships/slide"/><Relationship Id="rId29" Target="slides/slide6.xml" Type="http://schemas.openxmlformats.org/officeDocument/2006/relationships/slide"/><Relationship Id="rId3" Target="viewProps.xml" Type="http://schemas.openxmlformats.org/officeDocument/2006/relationships/viewProps"/><Relationship Id="rId30" Target="slides/slide7.xml" Type="http://schemas.openxmlformats.org/officeDocument/2006/relationships/slide"/><Relationship Id="rId31" Target="slides/slide8.xml" Type="http://schemas.openxmlformats.org/officeDocument/2006/relationships/slide"/><Relationship Id="rId32" Target="slides/slide9.xml" Type="http://schemas.openxmlformats.org/officeDocument/2006/relationships/slide"/><Relationship Id="rId33" Target="slides/slide10.xml" Type="http://schemas.openxmlformats.org/officeDocument/2006/relationships/slide"/><Relationship Id="rId34" Target="slides/slide11.xml" Type="http://schemas.openxmlformats.org/officeDocument/2006/relationships/slide"/><Relationship Id="rId35" Target="slides/slide12.xml" Type="http://schemas.openxmlformats.org/officeDocument/2006/relationships/slide"/><Relationship Id="rId36" Target="slides/slide13.xml" Type="http://schemas.openxmlformats.org/officeDocument/2006/relationships/slide"/><Relationship Id="rId37" Target="slides/slide14.xml" Type="http://schemas.openxmlformats.org/officeDocument/2006/relationships/slide"/><Relationship Id="rId38" Target="slides/slide15.xml" Type="http://schemas.openxmlformats.org/officeDocument/2006/relationships/slide"/><Relationship Id="rId39" Target="slides/slide16.xml" Type="http://schemas.openxmlformats.org/officeDocument/2006/relationships/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slides/slide18.xml" Type="http://schemas.openxmlformats.org/officeDocument/2006/relationships/slide"/><Relationship Id="rId42" Target="slides/slide19.xml" Type="http://schemas.openxmlformats.org/officeDocument/2006/relationships/slide"/><Relationship Id="rId43" Target="slides/slide20.xml" Type="http://schemas.openxmlformats.org/officeDocument/2006/relationships/slide"/><Relationship Id="rId44" Target="slides/slide21.xml" Type="http://schemas.openxmlformats.org/officeDocument/2006/relationships/slide"/><Relationship Id="rId45" Target="slides/slide22.xml" Type="http://schemas.openxmlformats.org/officeDocument/2006/relationships/slide"/><Relationship Id="rId46" Target="slides/slide23.xml" Type="http://schemas.openxmlformats.org/officeDocument/2006/relationships/slid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48.png" Type="http://schemas.openxmlformats.org/officeDocument/2006/relationships/image"/><Relationship Id="rId16" Target="../media/image4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48.png" Type="http://schemas.openxmlformats.org/officeDocument/2006/relationships/image"/><Relationship Id="rId16" Target="../media/image4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2.jpeg" Type="http://schemas.openxmlformats.org/officeDocument/2006/relationships/image"/><Relationship Id="rId4" Target="https://www.youtube.com/watch?v=ntirWguFrfM" TargetMode="External" Type="http://schemas.openxmlformats.org/officeDocument/2006/relationships/video"/><Relationship Id="rId5" Target="../media/image53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6.png" Type="http://schemas.openxmlformats.org/officeDocument/2006/relationships/image"/><Relationship Id="rId4" Target="../media/image55.pn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svg" Type="http://schemas.openxmlformats.org/officeDocument/2006/relationships/image"/><Relationship Id="rId2" Target="../media/image1.pn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39563"/>
            <a:ext cx="16230600" cy="6318737"/>
            <a:chOff x="0" y="0"/>
            <a:chExt cx="4571770" cy="1779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1770" cy="1779836"/>
            </a:xfrm>
            <a:custGeom>
              <a:avLst/>
              <a:gdLst/>
              <a:ahLst/>
              <a:cxnLst/>
              <a:rect r="r" b="b" t="t" l="l"/>
              <a:pathLst>
                <a:path h="1779836" w="4571770">
                  <a:moveTo>
                    <a:pt x="0" y="0"/>
                  </a:moveTo>
                  <a:lnTo>
                    <a:pt x="4571770" y="0"/>
                  </a:lnTo>
                  <a:lnTo>
                    <a:pt x="4571770" y="1779836"/>
                  </a:lnTo>
                  <a:lnTo>
                    <a:pt x="0" y="17798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571770" cy="1979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64815" y="5260252"/>
            <a:ext cx="3152543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</a:pPr>
            <a:r>
              <a:rPr lang="en-US" sz="3299">
                <a:solidFill>
                  <a:srgbClr val="12154D"/>
                </a:solidFill>
                <a:latin typeface="DM Sans"/>
              </a:rPr>
              <a:t>1) Open Google Chrome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7675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Get Logged in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185115" y="6641857"/>
            <a:ext cx="3156997" cy="4056888"/>
            <a:chOff x="0" y="0"/>
            <a:chExt cx="4209329" cy="54091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9329" cy="5409185"/>
            </a:xfrm>
            <a:custGeom>
              <a:avLst/>
              <a:gdLst/>
              <a:ahLst/>
              <a:cxnLst/>
              <a:rect r="r" b="b" t="t" l="l"/>
              <a:pathLst>
                <a:path h="5409185" w="4209329">
                  <a:moveTo>
                    <a:pt x="0" y="0"/>
                  </a:moveTo>
                  <a:lnTo>
                    <a:pt x="4209329" y="0"/>
                  </a:lnTo>
                  <a:lnTo>
                    <a:pt x="4209329" y="5409185"/>
                  </a:lnTo>
                  <a:lnTo>
                    <a:pt x="0" y="5409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91821" y="3104803"/>
              <a:ext cx="1250406" cy="1243585"/>
            </a:xfrm>
            <a:custGeom>
              <a:avLst/>
              <a:gdLst/>
              <a:ahLst/>
              <a:cxnLst/>
              <a:rect r="r" b="b" t="t" l="l"/>
              <a:pathLst>
                <a:path h="1243585" w="1250406">
                  <a:moveTo>
                    <a:pt x="0" y="0"/>
                  </a:moveTo>
                  <a:lnTo>
                    <a:pt x="1250406" y="0"/>
                  </a:lnTo>
                  <a:lnTo>
                    <a:pt x="1250406" y="1243585"/>
                  </a:lnTo>
                  <a:lnTo>
                    <a:pt x="0" y="1243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85494" y="6641857"/>
            <a:ext cx="3156997" cy="4056888"/>
            <a:chOff x="0" y="0"/>
            <a:chExt cx="4209329" cy="54091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9329" cy="5409185"/>
            </a:xfrm>
            <a:custGeom>
              <a:avLst/>
              <a:gdLst/>
              <a:ahLst/>
              <a:cxnLst/>
              <a:rect r="r" b="b" t="t" l="l"/>
              <a:pathLst>
                <a:path h="5409185" w="4209329">
                  <a:moveTo>
                    <a:pt x="0" y="0"/>
                  </a:moveTo>
                  <a:lnTo>
                    <a:pt x="4209329" y="0"/>
                  </a:lnTo>
                  <a:lnTo>
                    <a:pt x="4209329" y="5409185"/>
                  </a:lnTo>
                  <a:lnTo>
                    <a:pt x="0" y="5409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2686" y="3104803"/>
              <a:ext cx="1397287" cy="1243585"/>
            </a:xfrm>
            <a:custGeom>
              <a:avLst/>
              <a:gdLst/>
              <a:ahLst/>
              <a:cxnLst/>
              <a:rect r="r" b="b" t="t" l="l"/>
              <a:pathLst>
                <a:path h="1243585" w="1397287">
                  <a:moveTo>
                    <a:pt x="0" y="0"/>
                  </a:moveTo>
                  <a:lnTo>
                    <a:pt x="1397287" y="0"/>
                  </a:lnTo>
                  <a:lnTo>
                    <a:pt x="1397287" y="1243585"/>
                  </a:lnTo>
                  <a:lnTo>
                    <a:pt x="0" y="1243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985872" y="6641857"/>
            <a:ext cx="3156997" cy="4056888"/>
            <a:chOff x="0" y="0"/>
            <a:chExt cx="4209329" cy="54091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09329" cy="5409185"/>
            </a:xfrm>
            <a:custGeom>
              <a:avLst/>
              <a:gdLst/>
              <a:ahLst/>
              <a:cxnLst/>
              <a:rect r="r" b="b" t="t" l="l"/>
              <a:pathLst>
                <a:path h="5409185" w="4209329">
                  <a:moveTo>
                    <a:pt x="0" y="0"/>
                  </a:moveTo>
                  <a:lnTo>
                    <a:pt x="4209329" y="0"/>
                  </a:lnTo>
                  <a:lnTo>
                    <a:pt x="4209329" y="5409185"/>
                  </a:lnTo>
                  <a:lnTo>
                    <a:pt x="0" y="5409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26477" y="3104803"/>
              <a:ext cx="833202" cy="1243585"/>
            </a:xfrm>
            <a:custGeom>
              <a:avLst/>
              <a:gdLst/>
              <a:ahLst/>
              <a:cxnLst/>
              <a:rect r="r" b="b" t="t" l="l"/>
              <a:pathLst>
                <a:path h="1243585" w="833202">
                  <a:moveTo>
                    <a:pt x="0" y="0"/>
                  </a:moveTo>
                  <a:lnTo>
                    <a:pt x="833203" y="0"/>
                  </a:lnTo>
                  <a:lnTo>
                    <a:pt x="833203" y="1243585"/>
                  </a:lnTo>
                  <a:lnTo>
                    <a:pt x="0" y="1243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068985" y="3363049"/>
            <a:ext cx="1344203" cy="1344203"/>
          </a:xfrm>
          <a:custGeom>
            <a:avLst/>
            <a:gdLst/>
            <a:ahLst/>
            <a:cxnLst/>
            <a:rect r="r" b="b" t="t" l="l"/>
            <a:pathLst>
              <a:path h="1344203" w="1344203">
                <a:moveTo>
                  <a:pt x="0" y="0"/>
                </a:moveTo>
                <a:lnTo>
                  <a:pt x="1344203" y="0"/>
                </a:lnTo>
                <a:lnTo>
                  <a:pt x="1344203" y="1344204"/>
                </a:lnTo>
                <a:lnTo>
                  <a:pt x="0" y="1344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387796" y="5260252"/>
            <a:ext cx="3152543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</a:pPr>
            <a:r>
              <a:rPr lang="en-US" sz="3299">
                <a:solidFill>
                  <a:srgbClr val="12154D"/>
                </a:solidFill>
                <a:latin typeface="DM Sans"/>
              </a:rPr>
              <a:t>2) Sign into your account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0778" y="5260252"/>
            <a:ext cx="3152543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</a:pPr>
            <a:r>
              <a:rPr lang="en-US" sz="3299">
                <a:solidFill>
                  <a:srgbClr val="12154D"/>
                </a:solidFill>
                <a:latin typeface="DM Sans"/>
              </a:rPr>
              <a:t>3) Go to LMS and open course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33759" y="5260252"/>
            <a:ext cx="3152543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9"/>
              </a:lnSpc>
            </a:pPr>
            <a:r>
              <a:rPr lang="en-US" sz="3299">
                <a:solidFill>
                  <a:srgbClr val="12154D"/>
                </a:solidFill>
                <a:latin typeface="DM Sans"/>
              </a:rPr>
              <a:t>4) Go to typing.com</a:t>
            </a:r>
            <a:r>
              <a:rPr lang="en-US" sz="3299">
                <a:solidFill>
                  <a:srgbClr val="12154D"/>
                </a:solidFill>
                <a:latin typeface="DM Sa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39563"/>
            <a:ext cx="16230600" cy="6318737"/>
            <a:chOff x="0" y="0"/>
            <a:chExt cx="4274726" cy="16641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664194"/>
            </a:xfrm>
            <a:custGeom>
              <a:avLst/>
              <a:gdLst/>
              <a:ahLst/>
              <a:cxnLst/>
              <a:rect r="r" b="b" t="t" l="l"/>
              <a:pathLst>
                <a:path h="166419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64194"/>
                  </a:lnTo>
                  <a:lnTo>
                    <a:pt x="0" y="16641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864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46385" y="4148529"/>
            <a:ext cx="8562482" cy="554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We will see how much our typing has improved from the start of the year.</a:t>
            </a:r>
          </a:p>
          <a:p>
            <a:pPr algn="ctr">
              <a:lnSpc>
                <a:spcPts val="4809"/>
              </a:lnSpc>
            </a:pPr>
          </a:p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To do this we will complete a typing test!</a:t>
            </a:r>
          </a:p>
          <a:p>
            <a:pPr algn="ctr">
              <a:lnSpc>
                <a:spcPts val="4809"/>
              </a:lnSpc>
            </a:pPr>
          </a:p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 Remember to use all of your fingers when typing</a:t>
            </a:r>
          </a:p>
          <a:p>
            <a:pPr algn="ctr">
              <a:lnSpc>
                <a:spcPts val="532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07675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Typing Test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127077" y="581192"/>
            <a:ext cx="3599972" cy="9705808"/>
            <a:chOff x="0" y="0"/>
            <a:chExt cx="4799963" cy="129410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963" cy="12941077"/>
            </a:xfrm>
            <a:custGeom>
              <a:avLst/>
              <a:gdLst/>
              <a:ahLst/>
              <a:cxnLst/>
              <a:rect r="r" b="b" t="t" l="l"/>
              <a:pathLst>
                <a:path h="12941077" w="4799963">
                  <a:moveTo>
                    <a:pt x="0" y="0"/>
                  </a:moveTo>
                  <a:lnTo>
                    <a:pt x="4799963" y="0"/>
                  </a:lnTo>
                  <a:lnTo>
                    <a:pt x="4799963" y="12941077"/>
                  </a:lnTo>
                  <a:lnTo>
                    <a:pt x="0" y="12941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8204" y="4280355"/>
              <a:ext cx="1013321" cy="1512419"/>
            </a:xfrm>
            <a:custGeom>
              <a:avLst/>
              <a:gdLst/>
              <a:ahLst/>
              <a:cxnLst/>
              <a:rect r="r" b="b" t="t" l="l"/>
              <a:pathLst>
                <a:path h="1512419" w="1013321">
                  <a:moveTo>
                    <a:pt x="0" y="0"/>
                  </a:moveTo>
                  <a:lnTo>
                    <a:pt x="1013321" y="0"/>
                  </a:lnTo>
                  <a:lnTo>
                    <a:pt x="1013321" y="1512419"/>
                  </a:lnTo>
                  <a:lnTo>
                    <a:pt x="0" y="151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9934" y="1095802"/>
            <a:ext cx="3074873" cy="9191198"/>
            <a:chOff x="0" y="0"/>
            <a:chExt cx="4099831" cy="12254930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4099831" cy="12254930"/>
            </a:xfrm>
            <a:custGeom>
              <a:avLst/>
              <a:gdLst/>
              <a:ahLst/>
              <a:cxnLst/>
              <a:rect r="r" b="b" t="t" l="l"/>
              <a:pathLst>
                <a:path h="12254930" w="4099831">
                  <a:moveTo>
                    <a:pt x="4099831" y="0"/>
                  </a:moveTo>
                  <a:lnTo>
                    <a:pt x="0" y="0"/>
                  </a:lnTo>
                  <a:lnTo>
                    <a:pt x="0" y="12254930"/>
                  </a:lnTo>
                  <a:lnTo>
                    <a:pt x="4099831" y="12254930"/>
                  </a:lnTo>
                  <a:lnTo>
                    <a:pt x="409983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49916" y="3749105"/>
              <a:ext cx="1623961" cy="2423823"/>
            </a:xfrm>
            <a:custGeom>
              <a:avLst/>
              <a:gdLst/>
              <a:ahLst/>
              <a:cxnLst/>
              <a:rect r="r" b="b" t="t" l="l"/>
              <a:pathLst>
                <a:path h="2423823" w="1623961">
                  <a:moveTo>
                    <a:pt x="0" y="0"/>
                  </a:moveTo>
                  <a:lnTo>
                    <a:pt x="1623961" y="0"/>
                  </a:lnTo>
                  <a:lnTo>
                    <a:pt x="1623961" y="2423822"/>
                  </a:lnTo>
                  <a:lnTo>
                    <a:pt x="0" y="2423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39563"/>
            <a:ext cx="16230600" cy="6318737"/>
            <a:chOff x="0" y="0"/>
            <a:chExt cx="4274726" cy="16641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664194"/>
            </a:xfrm>
            <a:custGeom>
              <a:avLst/>
              <a:gdLst/>
              <a:ahLst/>
              <a:cxnLst/>
              <a:rect r="r" b="b" t="t" l="l"/>
              <a:pathLst>
                <a:path h="166419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64194"/>
                  </a:lnTo>
                  <a:lnTo>
                    <a:pt x="0" y="16641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864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17680" y="1336707"/>
            <a:ext cx="13709383" cy="130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35"/>
              </a:lnSpc>
              <a:spcBef>
                <a:spcPct val="0"/>
              </a:spcBef>
            </a:pPr>
            <a:r>
              <a:rPr lang="en-US" sz="8446">
                <a:solidFill>
                  <a:srgbClr val="FFFFFF"/>
                </a:solidFill>
                <a:latin typeface="Bobby Jones"/>
              </a:rPr>
              <a:t>Let's share your scores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127077" y="581192"/>
            <a:ext cx="3599972" cy="9705808"/>
            <a:chOff x="0" y="0"/>
            <a:chExt cx="4799963" cy="129410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99963" cy="12941077"/>
            </a:xfrm>
            <a:custGeom>
              <a:avLst/>
              <a:gdLst/>
              <a:ahLst/>
              <a:cxnLst/>
              <a:rect r="r" b="b" t="t" l="l"/>
              <a:pathLst>
                <a:path h="12941077" w="4799963">
                  <a:moveTo>
                    <a:pt x="0" y="0"/>
                  </a:moveTo>
                  <a:lnTo>
                    <a:pt x="4799963" y="0"/>
                  </a:lnTo>
                  <a:lnTo>
                    <a:pt x="4799963" y="12941077"/>
                  </a:lnTo>
                  <a:lnTo>
                    <a:pt x="0" y="12941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28204" y="4280355"/>
              <a:ext cx="1013321" cy="1512419"/>
            </a:xfrm>
            <a:custGeom>
              <a:avLst/>
              <a:gdLst/>
              <a:ahLst/>
              <a:cxnLst/>
              <a:rect r="r" b="b" t="t" l="l"/>
              <a:pathLst>
                <a:path h="1512419" w="1013321">
                  <a:moveTo>
                    <a:pt x="0" y="0"/>
                  </a:moveTo>
                  <a:lnTo>
                    <a:pt x="1013321" y="0"/>
                  </a:lnTo>
                  <a:lnTo>
                    <a:pt x="1013321" y="1512419"/>
                  </a:lnTo>
                  <a:lnTo>
                    <a:pt x="0" y="151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9934" y="1095802"/>
            <a:ext cx="3074873" cy="9191198"/>
            <a:chOff x="0" y="0"/>
            <a:chExt cx="4099831" cy="12254930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4099831" cy="12254930"/>
            </a:xfrm>
            <a:custGeom>
              <a:avLst/>
              <a:gdLst/>
              <a:ahLst/>
              <a:cxnLst/>
              <a:rect r="r" b="b" t="t" l="l"/>
              <a:pathLst>
                <a:path h="12254930" w="4099831">
                  <a:moveTo>
                    <a:pt x="4099831" y="0"/>
                  </a:moveTo>
                  <a:lnTo>
                    <a:pt x="0" y="0"/>
                  </a:lnTo>
                  <a:lnTo>
                    <a:pt x="0" y="12254930"/>
                  </a:lnTo>
                  <a:lnTo>
                    <a:pt x="4099831" y="12254930"/>
                  </a:lnTo>
                  <a:lnTo>
                    <a:pt x="409983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49916" y="3749105"/>
              <a:ext cx="1623961" cy="2423823"/>
            </a:xfrm>
            <a:custGeom>
              <a:avLst/>
              <a:gdLst/>
              <a:ahLst/>
              <a:cxnLst/>
              <a:rect r="r" b="b" t="t" l="l"/>
              <a:pathLst>
                <a:path h="2423823" w="1623961">
                  <a:moveTo>
                    <a:pt x="0" y="0"/>
                  </a:moveTo>
                  <a:lnTo>
                    <a:pt x="1623961" y="0"/>
                  </a:lnTo>
                  <a:lnTo>
                    <a:pt x="1623961" y="2423822"/>
                  </a:lnTo>
                  <a:lnTo>
                    <a:pt x="0" y="2423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823808" y="4469800"/>
            <a:ext cx="10497127" cy="4216795"/>
            <a:chOff x="0" y="0"/>
            <a:chExt cx="13996169" cy="56223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96169" cy="5622393"/>
            </a:xfrm>
            <a:custGeom>
              <a:avLst/>
              <a:gdLst/>
              <a:ahLst/>
              <a:cxnLst/>
              <a:rect r="r" b="b" t="t" l="l"/>
              <a:pathLst>
                <a:path h="5622393" w="13996169">
                  <a:moveTo>
                    <a:pt x="0" y="0"/>
                  </a:moveTo>
                  <a:lnTo>
                    <a:pt x="13996169" y="0"/>
                  </a:lnTo>
                  <a:lnTo>
                    <a:pt x="13996169" y="5622393"/>
                  </a:lnTo>
                  <a:lnTo>
                    <a:pt x="0" y="5622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216471" y="2419619"/>
              <a:ext cx="1321779" cy="783154"/>
            </a:xfrm>
            <a:custGeom>
              <a:avLst/>
              <a:gdLst/>
              <a:ahLst/>
              <a:cxnLst/>
              <a:rect r="r" b="b" t="t" l="l"/>
              <a:pathLst>
                <a:path h="783154" w="1321779">
                  <a:moveTo>
                    <a:pt x="0" y="0"/>
                  </a:moveTo>
                  <a:lnTo>
                    <a:pt x="1321780" y="0"/>
                  </a:lnTo>
                  <a:lnTo>
                    <a:pt x="1321780" y="783154"/>
                  </a:lnTo>
                  <a:lnTo>
                    <a:pt x="0" y="783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018744" y="2506856"/>
              <a:ext cx="1027309" cy="608680"/>
            </a:xfrm>
            <a:custGeom>
              <a:avLst/>
              <a:gdLst/>
              <a:ahLst/>
              <a:cxnLst/>
              <a:rect r="r" b="b" t="t" l="l"/>
              <a:pathLst>
                <a:path h="608680" w="1027309">
                  <a:moveTo>
                    <a:pt x="0" y="0"/>
                  </a:moveTo>
                  <a:lnTo>
                    <a:pt x="1027308" y="0"/>
                  </a:lnTo>
                  <a:lnTo>
                    <a:pt x="1027308" y="608681"/>
                  </a:lnTo>
                  <a:lnTo>
                    <a:pt x="0" y="60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39563"/>
            <a:ext cx="16230600" cy="6318737"/>
            <a:chOff x="0" y="0"/>
            <a:chExt cx="4274726" cy="16641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664194"/>
            </a:xfrm>
            <a:custGeom>
              <a:avLst/>
              <a:gdLst/>
              <a:ahLst/>
              <a:cxnLst/>
              <a:rect r="r" b="b" t="t" l="l"/>
              <a:pathLst>
                <a:path h="166419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64194"/>
                  </a:lnTo>
                  <a:lnTo>
                    <a:pt x="0" y="16641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864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17680" y="1336707"/>
            <a:ext cx="13709383" cy="130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35"/>
              </a:lnSpc>
              <a:spcBef>
                <a:spcPct val="0"/>
              </a:spcBef>
            </a:pPr>
            <a:r>
              <a:rPr lang="en-US" sz="8446">
                <a:solidFill>
                  <a:srgbClr val="FFFFFF"/>
                </a:solidFill>
                <a:latin typeface="Bobby Jones"/>
              </a:rPr>
              <a:t>Typing Practice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127077" y="581192"/>
            <a:ext cx="3599972" cy="9705808"/>
            <a:chOff x="0" y="0"/>
            <a:chExt cx="4799963" cy="129410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99963" cy="12941077"/>
            </a:xfrm>
            <a:custGeom>
              <a:avLst/>
              <a:gdLst/>
              <a:ahLst/>
              <a:cxnLst/>
              <a:rect r="r" b="b" t="t" l="l"/>
              <a:pathLst>
                <a:path h="12941077" w="4799963">
                  <a:moveTo>
                    <a:pt x="0" y="0"/>
                  </a:moveTo>
                  <a:lnTo>
                    <a:pt x="4799963" y="0"/>
                  </a:lnTo>
                  <a:lnTo>
                    <a:pt x="4799963" y="12941077"/>
                  </a:lnTo>
                  <a:lnTo>
                    <a:pt x="0" y="12941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28204" y="4280355"/>
              <a:ext cx="1013321" cy="1512419"/>
            </a:xfrm>
            <a:custGeom>
              <a:avLst/>
              <a:gdLst/>
              <a:ahLst/>
              <a:cxnLst/>
              <a:rect r="r" b="b" t="t" l="l"/>
              <a:pathLst>
                <a:path h="1512419" w="1013321">
                  <a:moveTo>
                    <a:pt x="0" y="0"/>
                  </a:moveTo>
                  <a:lnTo>
                    <a:pt x="1013321" y="0"/>
                  </a:lnTo>
                  <a:lnTo>
                    <a:pt x="1013321" y="1512419"/>
                  </a:lnTo>
                  <a:lnTo>
                    <a:pt x="0" y="151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9934" y="1095802"/>
            <a:ext cx="3074873" cy="9191198"/>
            <a:chOff x="0" y="0"/>
            <a:chExt cx="4099831" cy="12254930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4099831" cy="12254930"/>
            </a:xfrm>
            <a:custGeom>
              <a:avLst/>
              <a:gdLst/>
              <a:ahLst/>
              <a:cxnLst/>
              <a:rect r="r" b="b" t="t" l="l"/>
              <a:pathLst>
                <a:path h="12254930" w="4099831">
                  <a:moveTo>
                    <a:pt x="4099831" y="0"/>
                  </a:moveTo>
                  <a:lnTo>
                    <a:pt x="0" y="0"/>
                  </a:lnTo>
                  <a:lnTo>
                    <a:pt x="0" y="12254930"/>
                  </a:lnTo>
                  <a:lnTo>
                    <a:pt x="4099831" y="12254930"/>
                  </a:lnTo>
                  <a:lnTo>
                    <a:pt x="409983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49916" y="3749105"/>
              <a:ext cx="1623961" cy="2423823"/>
            </a:xfrm>
            <a:custGeom>
              <a:avLst/>
              <a:gdLst/>
              <a:ahLst/>
              <a:cxnLst/>
              <a:rect r="r" b="b" t="t" l="l"/>
              <a:pathLst>
                <a:path h="2423823" w="1623961">
                  <a:moveTo>
                    <a:pt x="0" y="0"/>
                  </a:moveTo>
                  <a:lnTo>
                    <a:pt x="1623961" y="0"/>
                  </a:lnTo>
                  <a:lnTo>
                    <a:pt x="1623961" y="2423822"/>
                  </a:lnTo>
                  <a:lnTo>
                    <a:pt x="0" y="2423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846385" y="3825153"/>
            <a:ext cx="8562482" cy="615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Based on your score last week complete the typing activities.</a:t>
            </a:r>
          </a:p>
          <a:p>
            <a:pPr algn="ctr">
              <a:lnSpc>
                <a:spcPts val="4809"/>
              </a:lnSpc>
            </a:pPr>
          </a:p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WPM &lt; 20 = Beginner</a:t>
            </a:r>
          </a:p>
          <a:p>
            <a:pPr algn="ctr">
              <a:lnSpc>
                <a:spcPts val="4809"/>
              </a:lnSpc>
            </a:pPr>
          </a:p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WPM 20 - 30 = Intermediate</a:t>
            </a:r>
          </a:p>
          <a:p>
            <a:pPr algn="ctr">
              <a:lnSpc>
                <a:spcPts val="4809"/>
              </a:lnSpc>
            </a:pPr>
          </a:p>
          <a:p>
            <a:pPr algn="ctr">
              <a:lnSpc>
                <a:spcPts val="4809"/>
              </a:lnSpc>
            </a:pPr>
            <a:r>
              <a:rPr lang="en-US" sz="3699">
                <a:solidFill>
                  <a:srgbClr val="21245A"/>
                </a:solidFill>
                <a:latin typeface="DM Sans"/>
              </a:rPr>
              <a:t>WPM &gt; 30 = Advanced</a:t>
            </a:r>
          </a:p>
          <a:p>
            <a:pPr algn="ctr">
              <a:lnSpc>
                <a:spcPts val="4809"/>
              </a:lnSpc>
            </a:pPr>
          </a:p>
          <a:p>
            <a:pPr algn="ctr">
              <a:lnSpc>
                <a:spcPts val="532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6505" y="5243475"/>
            <a:ext cx="4924777" cy="5763037"/>
            <a:chOff x="0" y="0"/>
            <a:chExt cx="6566370" cy="7684050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6566370" cy="7684050"/>
            </a:xfrm>
            <a:custGeom>
              <a:avLst/>
              <a:gdLst/>
              <a:ahLst/>
              <a:cxnLst/>
              <a:rect r="r" b="b" t="t" l="l"/>
              <a:pathLst>
                <a:path h="7684050" w="6566370">
                  <a:moveTo>
                    <a:pt x="6566370" y="0"/>
                  </a:moveTo>
                  <a:lnTo>
                    <a:pt x="0" y="0"/>
                  </a:lnTo>
                  <a:lnTo>
                    <a:pt x="0" y="7684050"/>
                  </a:lnTo>
                  <a:lnTo>
                    <a:pt x="6566370" y="7684050"/>
                  </a:lnTo>
                  <a:lnTo>
                    <a:pt x="656637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623486">
              <a:off x="2672621" y="4406157"/>
              <a:ext cx="2335189" cy="2071950"/>
            </a:xfrm>
            <a:custGeom>
              <a:avLst/>
              <a:gdLst/>
              <a:ahLst/>
              <a:cxnLst/>
              <a:rect r="r" b="b" t="t" l="l"/>
              <a:pathLst>
                <a:path h="2071950" w="2335189">
                  <a:moveTo>
                    <a:pt x="0" y="0"/>
                  </a:moveTo>
                  <a:lnTo>
                    <a:pt x="2335189" y="0"/>
                  </a:lnTo>
                  <a:lnTo>
                    <a:pt x="2335189" y="2071949"/>
                  </a:lnTo>
                  <a:lnTo>
                    <a:pt x="0" y="2071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14042" y="5243475"/>
            <a:ext cx="5356507" cy="5517002"/>
          </a:xfrm>
          <a:custGeom>
            <a:avLst/>
            <a:gdLst/>
            <a:ahLst/>
            <a:cxnLst/>
            <a:rect r="r" b="b" t="t" l="l"/>
            <a:pathLst>
              <a:path h="5517002" w="5356507">
                <a:moveTo>
                  <a:pt x="0" y="0"/>
                </a:moveTo>
                <a:lnTo>
                  <a:pt x="5356507" y="0"/>
                </a:lnTo>
                <a:lnTo>
                  <a:pt x="5356507" y="5517002"/>
                </a:lnTo>
                <a:lnTo>
                  <a:pt x="0" y="55170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44149" y="5243475"/>
            <a:ext cx="4526681" cy="5388905"/>
            <a:chOff x="0" y="0"/>
            <a:chExt cx="6035574" cy="71852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35574" cy="7185207"/>
            </a:xfrm>
            <a:custGeom>
              <a:avLst/>
              <a:gdLst/>
              <a:ahLst/>
              <a:cxnLst/>
              <a:rect r="r" b="b" t="t" l="l"/>
              <a:pathLst>
                <a:path h="7185207" w="6035574">
                  <a:moveTo>
                    <a:pt x="0" y="0"/>
                  </a:moveTo>
                  <a:lnTo>
                    <a:pt x="6035574" y="0"/>
                  </a:lnTo>
                  <a:lnTo>
                    <a:pt x="6035574" y="7185207"/>
                  </a:lnTo>
                  <a:lnTo>
                    <a:pt x="0" y="718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518464" y="4205868"/>
              <a:ext cx="1974601" cy="1974601"/>
            </a:xfrm>
            <a:custGeom>
              <a:avLst/>
              <a:gdLst/>
              <a:ahLst/>
              <a:cxnLst/>
              <a:rect r="r" b="b" t="t" l="l"/>
              <a:pathLst>
                <a:path h="1974601" w="1974601">
                  <a:moveTo>
                    <a:pt x="0" y="0"/>
                  </a:moveTo>
                  <a:lnTo>
                    <a:pt x="1974600" y="0"/>
                  </a:lnTo>
                  <a:lnTo>
                    <a:pt x="1974600" y="1974600"/>
                  </a:lnTo>
                  <a:lnTo>
                    <a:pt x="0" y="197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234544" y="5243475"/>
            <a:ext cx="4223303" cy="5807042"/>
          </a:xfrm>
          <a:custGeom>
            <a:avLst/>
            <a:gdLst/>
            <a:ahLst/>
            <a:cxnLst/>
            <a:rect r="r" b="b" t="t" l="l"/>
            <a:pathLst>
              <a:path h="5807042" w="4223303">
                <a:moveTo>
                  <a:pt x="0" y="0"/>
                </a:moveTo>
                <a:lnTo>
                  <a:pt x="4223303" y="0"/>
                </a:lnTo>
                <a:lnTo>
                  <a:pt x="4223303" y="5807042"/>
                </a:lnTo>
                <a:lnTo>
                  <a:pt x="0" y="58070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73878" y="1028700"/>
            <a:ext cx="19035757" cy="3968365"/>
            <a:chOff x="0" y="0"/>
            <a:chExt cx="5361915" cy="11177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1915" cy="1117793"/>
            </a:xfrm>
            <a:custGeom>
              <a:avLst/>
              <a:gdLst/>
              <a:ahLst/>
              <a:cxnLst/>
              <a:rect r="r" b="b" t="t" l="l"/>
              <a:pathLst>
                <a:path h="1117793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1117793"/>
                  </a:lnTo>
                  <a:lnTo>
                    <a:pt x="0" y="1117793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00025"/>
              <a:ext cx="5361915" cy="131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40064" y="752475"/>
            <a:ext cx="17180300" cy="44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94"/>
              </a:lnSpc>
            </a:pPr>
            <a:r>
              <a:rPr lang="en-US" sz="12781">
                <a:solidFill>
                  <a:srgbClr val="FFFFFF"/>
                </a:solidFill>
                <a:latin typeface="Bobby Jones"/>
              </a:rPr>
              <a:t>Unit 6.4 Digital Resilience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3449358" y="5753100"/>
            <a:ext cx="4846606" cy="4749674"/>
          </a:xfrm>
          <a:custGeom>
            <a:avLst/>
            <a:gdLst/>
            <a:ahLst/>
            <a:cxnLst/>
            <a:rect r="r" b="b" t="t" l="l"/>
            <a:pathLst>
              <a:path h="4749674" w="4846606">
                <a:moveTo>
                  <a:pt x="4846606" y="0"/>
                </a:moveTo>
                <a:lnTo>
                  <a:pt x="0" y="0"/>
                </a:lnTo>
                <a:lnTo>
                  <a:pt x="0" y="4749674"/>
                </a:lnTo>
                <a:lnTo>
                  <a:pt x="4846606" y="4749674"/>
                </a:lnTo>
                <a:lnTo>
                  <a:pt x="48466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503" y="5753100"/>
            <a:ext cx="3917100" cy="5400881"/>
            <a:chOff x="0" y="0"/>
            <a:chExt cx="5222800" cy="7201174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5222800" cy="6150203"/>
            </a:xfrm>
            <a:custGeom>
              <a:avLst/>
              <a:gdLst/>
              <a:ahLst/>
              <a:cxnLst/>
              <a:rect r="r" b="b" t="t" l="l"/>
              <a:pathLst>
                <a:path h="6150203" w="5222800">
                  <a:moveTo>
                    <a:pt x="5222800" y="0"/>
                  </a:moveTo>
                  <a:lnTo>
                    <a:pt x="0" y="0"/>
                  </a:lnTo>
                  <a:lnTo>
                    <a:pt x="0" y="6150203"/>
                  </a:lnTo>
                  <a:lnTo>
                    <a:pt x="5222800" y="6150203"/>
                  </a:lnTo>
                  <a:lnTo>
                    <a:pt x="522280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1174" b="-78996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82068" y="4708362"/>
              <a:ext cx="1586335" cy="2492812"/>
            </a:xfrm>
            <a:custGeom>
              <a:avLst/>
              <a:gdLst/>
              <a:ahLst/>
              <a:cxnLst/>
              <a:rect r="r" b="b" t="t" l="l"/>
              <a:pathLst>
                <a:path h="2492812" w="1586335">
                  <a:moveTo>
                    <a:pt x="0" y="0"/>
                  </a:moveTo>
                  <a:lnTo>
                    <a:pt x="1586335" y="0"/>
                  </a:lnTo>
                  <a:lnTo>
                    <a:pt x="1586335" y="2492812"/>
                  </a:lnTo>
                  <a:lnTo>
                    <a:pt x="0" y="249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true" flipV="false" rot="0">
            <a:off x="10192243" y="5753100"/>
            <a:ext cx="4159475" cy="4716930"/>
          </a:xfrm>
          <a:custGeom>
            <a:avLst/>
            <a:gdLst/>
            <a:ahLst/>
            <a:cxnLst/>
            <a:rect r="r" b="b" t="t" l="l"/>
            <a:pathLst>
              <a:path h="4716930" w="4159475">
                <a:moveTo>
                  <a:pt x="4159475" y="0"/>
                </a:moveTo>
                <a:lnTo>
                  <a:pt x="0" y="0"/>
                </a:lnTo>
                <a:lnTo>
                  <a:pt x="0" y="4716930"/>
                </a:lnTo>
                <a:lnTo>
                  <a:pt x="4159475" y="4716930"/>
                </a:lnTo>
                <a:lnTo>
                  <a:pt x="415947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056595" y="5753100"/>
            <a:ext cx="3873903" cy="5101904"/>
            <a:chOff x="0" y="0"/>
            <a:chExt cx="5165204" cy="68025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65204" cy="6257405"/>
            </a:xfrm>
            <a:custGeom>
              <a:avLst/>
              <a:gdLst/>
              <a:ahLst/>
              <a:cxnLst/>
              <a:rect r="r" b="b" t="t" l="l"/>
              <a:pathLst>
                <a:path h="6257405" w="5165204">
                  <a:moveTo>
                    <a:pt x="0" y="0"/>
                  </a:moveTo>
                  <a:lnTo>
                    <a:pt x="5165204" y="0"/>
                  </a:lnTo>
                  <a:lnTo>
                    <a:pt x="5165204" y="6257405"/>
                  </a:lnTo>
                  <a:lnTo>
                    <a:pt x="0" y="62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57233" y="4497193"/>
              <a:ext cx="1467038" cy="2305346"/>
            </a:xfrm>
            <a:custGeom>
              <a:avLst/>
              <a:gdLst/>
              <a:ahLst/>
              <a:cxnLst/>
              <a:rect r="r" b="b" t="t" l="l"/>
              <a:pathLst>
                <a:path h="2305346" w="1467038">
                  <a:moveTo>
                    <a:pt x="0" y="0"/>
                  </a:moveTo>
                  <a:lnTo>
                    <a:pt x="1467038" y="0"/>
                  </a:lnTo>
                  <a:lnTo>
                    <a:pt x="1467038" y="2305346"/>
                  </a:lnTo>
                  <a:lnTo>
                    <a:pt x="0" y="230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39215" y="5753100"/>
            <a:ext cx="3150948" cy="4749674"/>
            <a:chOff x="0" y="0"/>
            <a:chExt cx="4201264" cy="63328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1264" cy="6332898"/>
            </a:xfrm>
            <a:custGeom>
              <a:avLst/>
              <a:gdLst/>
              <a:ahLst/>
              <a:cxnLst/>
              <a:rect r="r" b="b" t="t" l="l"/>
              <a:pathLst>
                <a:path h="6332898" w="4201264">
                  <a:moveTo>
                    <a:pt x="0" y="0"/>
                  </a:moveTo>
                  <a:lnTo>
                    <a:pt x="4201264" y="0"/>
                  </a:lnTo>
                  <a:lnTo>
                    <a:pt x="4201264" y="6332898"/>
                  </a:lnTo>
                  <a:lnTo>
                    <a:pt x="0" y="6332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-7712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22382" y="3679649"/>
              <a:ext cx="559091" cy="878571"/>
            </a:xfrm>
            <a:custGeom>
              <a:avLst/>
              <a:gdLst/>
              <a:ahLst/>
              <a:cxnLst/>
              <a:rect r="r" b="b" t="t" l="l"/>
              <a:pathLst>
                <a:path h="878571" w="559091">
                  <a:moveTo>
                    <a:pt x="0" y="0"/>
                  </a:moveTo>
                  <a:lnTo>
                    <a:pt x="559091" y="0"/>
                  </a:lnTo>
                  <a:lnTo>
                    <a:pt x="559091" y="878571"/>
                  </a:lnTo>
                  <a:lnTo>
                    <a:pt x="0" y="878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01567" y="3679649"/>
              <a:ext cx="559091" cy="878571"/>
            </a:xfrm>
            <a:custGeom>
              <a:avLst/>
              <a:gdLst/>
              <a:ahLst/>
              <a:cxnLst/>
              <a:rect r="r" b="b" t="t" l="l"/>
              <a:pathLst>
                <a:path h="878571" w="559091">
                  <a:moveTo>
                    <a:pt x="0" y="0"/>
                  </a:moveTo>
                  <a:lnTo>
                    <a:pt x="559091" y="0"/>
                  </a:lnTo>
                  <a:lnTo>
                    <a:pt x="559091" y="878571"/>
                  </a:lnTo>
                  <a:lnTo>
                    <a:pt x="0" y="878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640606" y="3679649"/>
              <a:ext cx="559091" cy="878571"/>
            </a:xfrm>
            <a:custGeom>
              <a:avLst/>
              <a:gdLst/>
              <a:ahLst/>
              <a:cxnLst/>
              <a:rect r="r" b="b" t="t" l="l"/>
              <a:pathLst>
                <a:path h="878571" w="559091">
                  <a:moveTo>
                    <a:pt x="0" y="0"/>
                  </a:moveTo>
                  <a:lnTo>
                    <a:pt x="559091" y="0"/>
                  </a:lnTo>
                  <a:lnTo>
                    <a:pt x="559091" y="878571"/>
                  </a:lnTo>
                  <a:lnTo>
                    <a:pt x="0" y="878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Jam board: WHat is bullying?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3449358" y="5753100"/>
            <a:ext cx="4846606" cy="4749674"/>
          </a:xfrm>
          <a:custGeom>
            <a:avLst/>
            <a:gdLst/>
            <a:ahLst/>
            <a:cxnLst/>
            <a:rect r="r" b="b" t="t" l="l"/>
            <a:pathLst>
              <a:path h="4749674" w="4846606">
                <a:moveTo>
                  <a:pt x="4846606" y="0"/>
                </a:moveTo>
                <a:lnTo>
                  <a:pt x="0" y="0"/>
                </a:lnTo>
                <a:lnTo>
                  <a:pt x="0" y="4749674"/>
                </a:lnTo>
                <a:lnTo>
                  <a:pt x="4846606" y="4749674"/>
                </a:lnTo>
                <a:lnTo>
                  <a:pt x="48466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503" y="5753100"/>
            <a:ext cx="3917100" cy="5400881"/>
            <a:chOff x="0" y="0"/>
            <a:chExt cx="5222800" cy="7201174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5222800" cy="6150203"/>
            </a:xfrm>
            <a:custGeom>
              <a:avLst/>
              <a:gdLst/>
              <a:ahLst/>
              <a:cxnLst/>
              <a:rect r="r" b="b" t="t" l="l"/>
              <a:pathLst>
                <a:path h="6150203" w="5222800">
                  <a:moveTo>
                    <a:pt x="5222800" y="0"/>
                  </a:moveTo>
                  <a:lnTo>
                    <a:pt x="0" y="0"/>
                  </a:lnTo>
                  <a:lnTo>
                    <a:pt x="0" y="6150203"/>
                  </a:lnTo>
                  <a:lnTo>
                    <a:pt x="5222800" y="6150203"/>
                  </a:lnTo>
                  <a:lnTo>
                    <a:pt x="522280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1174" b="-78996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82068" y="4708362"/>
              <a:ext cx="1586335" cy="2492812"/>
            </a:xfrm>
            <a:custGeom>
              <a:avLst/>
              <a:gdLst/>
              <a:ahLst/>
              <a:cxnLst/>
              <a:rect r="r" b="b" t="t" l="l"/>
              <a:pathLst>
                <a:path h="2492812" w="1586335">
                  <a:moveTo>
                    <a:pt x="0" y="0"/>
                  </a:moveTo>
                  <a:lnTo>
                    <a:pt x="1586335" y="0"/>
                  </a:lnTo>
                  <a:lnTo>
                    <a:pt x="1586335" y="2492812"/>
                  </a:lnTo>
                  <a:lnTo>
                    <a:pt x="0" y="249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true" flipV="false" rot="0">
            <a:off x="10192243" y="5753100"/>
            <a:ext cx="4159475" cy="4716930"/>
          </a:xfrm>
          <a:custGeom>
            <a:avLst/>
            <a:gdLst/>
            <a:ahLst/>
            <a:cxnLst/>
            <a:rect r="r" b="b" t="t" l="l"/>
            <a:pathLst>
              <a:path h="4716930" w="4159475">
                <a:moveTo>
                  <a:pt x="4159475" y="0"/>
                </a:moveTo>
                <a:lnTo>
                  <a:pt x="0" y="0"/>
                </a:lnTo>
                <a:lnTo>
                  <a:pt x="0" y="4716930"/>
                </a:lnTo>
                <a:lnTo>
                  <a:pt x="4159475" y="4716930"/>
                </a:lnTo>
                <a:lnTo>
                  <a:pt x="415947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056595" y="5753100"/>
            <a:ext cx="3873903" cy="5101904"/>
            <a:chOff x="0" y="0"/>
            <a:chExt cx="5165204" cy="68025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65204" cy="6257405"/>
            </a:xfrm>
            <a:custGeom>
              <a:avLst/>
              <a:gdLst/>
              <a:ahLst/>
              <a:cxnLst/>
              <a:rect r="r" b="b" t="t" l="l"/>
              <a:pathLst>
                <a:path h="6257405" w="5165204">
                  <a:moveTo>
                    <a:pt x="0" y="0"/>
                  </a:moveTo>
                  <a:lnTo>
                    <a:pt x="5165204" y="0"/>
                  </a:lnTo>
                  <a:lnTo>
                    <a:pt x="5165204" y="6257405"/>
                  </a:lnTo>
                  <a:lnTo>
                    <a:pt x="0" y="6257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57233" y="4497193"/>
              <a:ext cx="1467038" cy="2305346"/>
            </a:xfrm>
            <a:custGeom>
              <a:avLst/>
              <a:gdLst/>
              <a:ahLst/>
              <a:cxnLst/>
              <a:rect r="r" b="b" t="t" l="l"/>
              <a:pathLst>
                <a:path h="2305346" w="1467038">
                  <a:moveTo>
                    <a:pt x="0" y="0"/>
                  </a:moveTo>
                  <a:lnTo>
                    <a:pt x="1467038" y="0"/>
                  </a:lnTo>
                  <a:lnTo>
                    <a:pt x="1467038" y="2305346"/>
                  </a:lnTo>
                  <a:lnTo>
                    <a:pt x="0" y="230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39215" y="5753100"/>
            <a:ext cx="3150948" cy="4749674"/>
            <a:chOff x="0" y="0"/>
            <a:chExt cx="4201264" cy="63328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1264" cy="6332898"/>
            </a:xfrm>
            <a:custGeom>
              <a:avLst/>
              <a:gdLst/>
              <a:ahLst/>
              <a:cxnLst/>
              <a:rect r="r" b="b" t="t" l="l"/>
              <a:pathLst>
                <a:path h="6332898" w="4201264">
                  <a:moveTo>
                    <a:pt x="0" y="0"/>
                  </a:moveTo>
                  <a:lnTo>
                    <a:pt x="4201264" y="0"/>
                  </a:lnTo>
                  <a:lnTo>
                    <a:pt x="4201264" y="6332898"/>
                  </a:lnTo>
                  <a:lnTo>
                    <a:pt x="0" y="6332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-7712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22382" y="3679649"/>
              <a:ext cx="559091" cy="878571"/>
            </a:xfrm>
            <a:custGeom>
              <a:avLst/>
              <a:gdLst/>
              <a:ahLst/>
              <a:cxnLst/>
              <a:rect r="r" b="b" t="t" l="l"/>
              <a:pathLst>
                <a:path h="878571" w="559091">
                  <a:moveTo>
                    <a:pt x="0" y="0"/>
                  </a:moveTo>
                  <a:lnTo>
                    <a:pt x="559091" y="0"/>
                  </a:lnTo>
                  <a:lnTo>
                    <a:pt x="559091" y="878571"/>
                  </a:lnTo>
                  <a:lnTo>
                    <a:pt x="0" y="878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01567" y="3679649"/>
              <a:ext cx="559091" cy="878571"/>
            </a:xfrm>
            <a:custGeom>
              <a:avLst/>
              <a:gdLst/>
              <a:ahLst/>
              <a:cxnLst/>
              <a:rect r="r" b="b" t="t" l="l"/>
              <a:pathLst>
                <a:path h="878571" w="559091">
                  <a:moveTo>
                    <a:pt x="0" y="0"/>
                  </a:moveTo>
                  <a:lnTo>
                    <a:pt x="559091" y="0"/>
                  </a:lnTo>
                  <a:lnTo>
                    <a:pt x="559091" y="878571"/>
                  </a:lnTo>
                  <a:lnTo>
                    <a:pt x="0" y="878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640606" y="3679649"/>
              <a:ext cx="559091" cy="878571"/>
            </a:xfrm>
            <a:custGeom>
              <a:avLst/>
              <a:gdLst/>
              <a:ahLst/>
              <a:cxnLst/>
              <a:rect r="r" b="b" t="t" l="l"/>
              <a:pathLst>
                <a:path h="878571" w="559091">
                  <a:moveTo>
                    <a:pt x="0" y="0"/>
                  </a:moveTo>
                  <a:lnTo>
                    <a:pt x="559091" y="0"/>
                  </a:lnTo>
                  <a:lnTo>
                    <a:pt x="559091" y="878571"/>
                  </a:lnTo>
                  <a:lnTo>
                    <a:pt x="0" y="878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Bullying is: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3192" y="3015527"/>
            <a:ext cx="15214054" cy="261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DM Sans"/>
              </a:rPr>
              <a:t>Bullying is when people </a:t>
            </a:r>
            <a:r>
              <a:rPr lang="en-US" sz="3599">
                <a:solidFill>
                  <a:srgbClr val="E85984"/>
                </a:solidFill>
                <a:latin typeface="DM Sans Bold"/>
              </a:rPr>
              <a:t>repeatedly</a:t>
            </a:r>
            <a:r>
              <a:rPr lang="en-US" sz="3599">
                <a:solidFill>
                  <a:srgbClr val="000000"/>
                </a:solidFill>
                <a:latin typeface="DM Sans"/>
              </a:rPr>
              <a:t> and </a:t>
            </a:r>
            <a:r>
              <a:rPr lang="en-US" sz="3599">
                <a:solidFill>
                  <a:srgbClr val="E85984"/>
                </a:solidFill>
                <a:latin typeface="DM Sans Bold"/>
              </a:rPr>
              <a:t>intentionally</a:t>
            </a:r>
            <a:r>
              <a:rPr lang="en-US" sz="3599">
                <a:solidFill>
                  <a:srgbClr val="000000"/>
                </a:solidFill>
                <a:latin typeface="DM Sans"/>
              </a:rPr>
              <a:t> use words or actions against someone or a group of people to cause distress and risk to their well-being.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39563"/>
            <a:ext cx="16230600" cy="6318737"/>
            <a:chOff x="0" y="0"/>
            <a:chExt cx="4274726" cy="16641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664194"/>
            </a:xfrm>
            <a:custGeom>
              <a:avLst/>
              <a:gdLst/>
              <a:ahLst/>
              <a:cxnLst/>
              <a:rect r="r" b="b" t="t" l="l"/>
              <a:pathLst>
                <a:path h="166419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64194"/>
                  </a:lnTo>
                  <a:lnTo>
                    <a:pt x="0" y="16641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864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7675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TYPES of bullying</a:t>
            </a:r>
          </a:p>
        </p:txBody>
      </p:sp>
      <p:pic>
        <p:nvPicPr>
          <p:cNvPr name="Picture 10" id="10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6474158" y="2697121"/>
            <a:ext cx="11363052" cy="6391716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0" y="3024295"/>
            <a:ext cx="6567983" cy="6149274"/>
          </a:xfrm>
          <a:custGeom>
            <a:avLst/>
            <a:gdLst/>
            <a:ahLst/>
            <a:cxnLst/>
            <a:rect r="r" b="b" t="t" l="l"/>
            <a:pathLst>
              <a:path h="6149274" w="6567983">
                <a:moveTo>
                  <a:pt x="0" y="0"/>
                </a:moveTo>
                <a:lnTo>
                  <a:pt x="6567983" y="0"/>
                </a:lnTo>
                <a:lnTo>
                  <a:pt x="6567983" y="6149274"/>
                </a:lnTo>
                <a:lnTo>
                  <a:pt x="0" y="61492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39563"/>
            <a:ext cx="16230600" cy="6318737"/>
            <a:chOff x="0" y="0"/>
            <a:chExt cx="4274726" cy="16641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664194"/>
            </a:xfrm>
            <a:custGeom>
              <a:avLst/>
              <a:gdLst/>
              <a:ahLst/>
              <a:cxnLst/>
              <a:rect r="r" b="b" t="t" l="l"/>
              <a:pathLst>
                <a:path h="166419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64194"/>
                  </a:lnTo>
                  <a:lnTo>
                    <a:pt x="0" y="16641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864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65593" y="5000237"/>
            <a:ext cx="5724874" cy="3971632"/>
          </a:xfrm>
          <a:custGeom>
            <a:avLst/>
            <a:gdLst/>
            <a:ahLst/>
            <a:cxnLst/>
            <a:rect r="r" b="b" t="t" l="l"/>
            <a:pathLst>
              <a:path h="3971632" w="5724874">
                <a:moveTo>
                  <a:pt x="0" y="0"/>
                </a:moveTo>
                <a:lnTo>
                  <a:pt x="5724875" y="0"/>
                </a:lnTo>
                <a:lnTo>
                  <a:pt x="5724875" y="3971631"/>
                </a:lnTo>
                <a:lnTo>
                  <a:pt x="0" y="3971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74749" y="4999895"/>
            <a:ext cx="3634356" cy="3971973"/>
          </a:xfrm>
          <a:custGeom>
            <a:avLst/>
            <a:gdLst/>
            <a:ahLst/>
            <a:cxnLst/>
            <a:rect r="r" b="b" t="t" l="l"/>
            <a:pathLst>
              <a:path h="3971973" w="3634356">
                <a:moveTo>
                  <a:pt x="0" y="0"/>
                </a:moveTo>
                <a:lnTo>
                  <a:pt x="3634355" y="0"/>
                </a:lnTo>
                <a:lnTo>
                  <a:pt x="3634355" y="3971973"/>
                </a:lnTo>
                <a:lnTo>
                  <a:pt x="0" y="39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4164244"/>
            <a:ext cx="5412873" cy="4966311"/>
          </a:xfrm>
          <a:custGeom>
            <a:avLst/>
            <a:gdLst/>
            <a:ahLst/>
            <a:cxnLst/>
            <a:rect r="r" b="b" t="t" l="l"/>
            <a:pathLst>
              <a:path h="4966311" w="5412873">
                <a:moveTo>
                  <a:pt x="0" y="0"/>
                </a:moveTo>
                <a:lnTo>
                  <a:pt x="5412873" y="0"/>
                </a:lnTo>
                <a:lnTo>
                  <a:pt x="5412873" y="4966311"/>
                </a:lnTo>
                <a:lnTo>
                  <a:pt x="0" y="4966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7675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TYPES of bullying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3192" y="3015527"/>
            <a:ext cx="15214054" cy="80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DM Sans"/>
              </a:rPr>
              <a:t>After watching the video what types of bullying did you see?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4915" y="2939563"/>
            <a:ext cx="16224385" cy="6648023"/>
            <a:chOff x="0" y="0"/>
            <a:chExt cx="4570019" cy="18725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0019" cy="1872588"/>
            </a:xfrm>
            <a:custGeom>
              <a:avLst/>
              <a:gdLst/>
              <a:ahLst/>
              <a:cxnLst/>
              <a:rect r="r" b="b" t="t" l="l"/>
              <a:pathLst>
                <a:path h="1872588" w="4570019">
                  <a:moveTo>
                    <a:pt x="0" y="0"/>
                  </a:moveTo>
                  <a:lnTo>
                    <a:pt x="4570019" y="0"/>
                  </a:lnTo>
                  <a:lnTo>
                    <a:pt x="4570019" y="1872588"/>
                  </a:lnTo>
                  <a:lnTo>
                    <a:pt x="0" y="18725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570019" cy="2072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979148" y="4092528"/>
            <a:ext cx="4138159" cy="3796761"/>
          </a:xfrm>
          <a:custGeom>
            <a:avLst/>
            <a:gdLst/>
            <a:ahLst/>
            <a:cxnLst/>
            <a:rect r="r" b="b" t="t" l="l"/>
            <a:pathLst>
              <a:path h="3796761" w="4138159">
                <a:moveTo>
                  <a:pt x="0" y="0"/>
                </a:moveTo>
                <a:lnTo>
                  <a:pt x="4138159" y="0"/>
                </a:lnTo>
                <a:lnTo>
                  <a:pt x="4138159" y="3796761"/>
                </a:lnTo>
                <a:lnTo>
                  <a:pt x="0" y="3796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80637" y="3387005"/>
            <a:ext cx="3634356" cy="3971973"/>
          </a:xfrm>
          <a:custGeom>
            <a:avLst/>
            <a:gdLst/>
            <a:ahLst/>
            <a:cxnLst/>
            <a:rect r="r" b="b" t="t" l="l"/>
            <a:pathLst>
              <a:path h="3971973" w="3634356">
                <a:moveTo>
                  <a:pt x="0" y="0"/>
                </a:moveTo>
                <a:lnTo>
                  <a:pt x="3634356" y="0"/>
                </a:lnTo>
                <a:lnTo>
                  <a:pt x="3634356" y="3971974"/>
                </a:lnTo>
                <a:lnTo>
                  <a:pt x="0" y="3971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9703" y="4092528"/>
            <a:ext cx="3153591" cy="3153591"/>
          </a:xfrm>
          <a:custGeom>
            <a:avLst/>
            <a:gdLst/>
            <a:ahLst/>
            <a:cxnLst/>
            <a:rect r="r" b="b" t="t" l="l"/>
            <a:pathLst>
              <a:path h="3153591" w="3153591">
                <a:moveTo>
                  <a:pt x="0" y="0"/>
                </a:moveTo>
                <a:lnTo>
                  <a:pt x="3153591" y="0"/>
                </a:lnTo>
                <a:lnTo>
                  <a:pt x="3153591" y="3153592"/>
                </a:lnTo>
                <a:lnTo>
                  <a:pt x="0" y="31535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70785" y="4777511"/>
            <a:ext cx="2886679" cy="2972127"/>
          </a:xfrm>
          <a:custGeom>
            <a:avLst/>
            <a:gdLst/>
            <a:ahLst/>
            <a:cxnLst/>
            <a:rect r="r" b="b" t="t" l="l"/>
            <a:pathLst>
              <a:path h="2972127" w="2886679">
                <a:moveTo>
                  <a:pt x="0" y="0"/>
                </a:moveTo>
                <a:lnTo>
                  <a:pt x="2886679" y="0"/>
                </a:lnTo>
                <a:lnTo>
                  <a:pt x="2886679" y="2972127"/>
                </a:lnTo>
                <a:lnTo>
                  <a:pt x="0" y="2972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70785" y="4063953"/>
            <a:ext cx="2963065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9"/>
              </a:lnSpc>
              <a:spcBef>
                <a:spcPct val="0"/>
              </a:spcBef>
            </a:pPr>
            <a:r>
              <a:rPr lang="en-US" sz="3899">
                <a:solidFill>
                  <a:srgbClr val="12154D"/>
                </a:solidFill>
                <a:latin typeface="DM Sans Bold"/>
              </a:rPr>
              <a:t>Physical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33850" y="7508365"/>
            <a:ext cx="298638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9"/>
              </a:lnSpc>
              <a:spcBef>
                <a:spcPct val="0"/>
              </a:spcBef>
            </a:pPr>
            <a:r>
              <a:rPr lang="en-US" sz="3899">
                <a:solidFill>
                  <a:srgbClr val="12154D"/>
                </a:solidFill>
                <a:latin typeface="DM Sans Bold"/>
              </a:rPr>
              <a:t>Verbal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57355" y="4063953"/>
            <a:ext cx="298174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9"/>
              </a:lnSpc>
              <a:spcBef>
                <a:spcPct val="0"/>
              </a:spcBef>
            </a:pPr>
            <a:r>
              <a:rPr lang="en-US" sz="3899">
                <a:solidFill>
                  <a:srgbClr val="12154D"/>
                </a:solidFill>
                <a:latin typeface="DM Sans Bold"/>
              </a:rPr>
              <a:t>Social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06943" y="7508365"/>
            <a:ext cx="298174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9"/>
              </a:lnSpc>
              <a:spcBef>
                <a:spcPct val="0"/>
              </a:spcBef>
            </a:pPr>
            <a:r>
              <a:rPr lang="en-US" sz="3899">
                <a:solidFill>
                  <a:srgbClr val="12154D"/>
                </a:solidFill>
                <a:latin typeface="DM Sans Bold"/>
              </a:rPr>
              <a:t>Cyber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976" y="1034563"/>
            <a:ext cx="172593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The main types of bullying are: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5894" y="3278228"/>
            <a:ext cx="9887245" cy="502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39"/>
              </a:lnSpc>
            </a:pPr>
            <a:r>
              <a:rPr lang="en-US" sz="2799">
                <a:solidFill>
                  <a:srgbClr val="12154D"/>
                </a:solidFill>
                <a:latin typeface="DM Sans Bold"/>
              </a:rPr>
              <a:t>Create a poster explaining the different types of bullying:</a:t>
            </a:r>
          </a:p>
          <a:p>
            <a:pPr>
              <a:lnSpc>
                <a:spcPts val="3639"/>
              </a:lnSpc>
            </a:pPr>
          </a:p>
          <a:p>
            <a:pPr>
              <a:lnSpc>
                <a:spcPts val="3639"/>
              </a:lnSpc>
            </a:pPr>
            <a:r>
              <a:rPr lang="en-US" sz="2799">
                <a:solidFill>
                  <a:srgbClr val="00BF63"/>
                </a:solidFill>
                <a:latin typeface="DM Sans Bold"/>
              </a:rPr>
              <a:t>Green group: Include a simple sentence to explain each type of bullying</a:t>
            </a:r>
          </a:p>
          <a:p>
            <a:pPr>
              <a:lnSpc>
                <a:spcPts val="3639"/>
              </a:lnSpc>
            </a:pPr>
          </a:p>
          <a:p>
            <a:pPr>
              <a:lnSpc>
                <a:spcPts val="3639"/>
              </a:lnSpc>
            </a:pPr>
            <a:r>
              <a:rPr lang="en-US" sz="2799">
                <a:solidFill>
                  <a:srgbClr val="FFD05B"/>
                </a:solidFill>
                <a:latin typeface="DM Sans Bold"/>
              </a:rPr>
              <a:t>Yellow group: Include an explanation of each type of bullying and give examples of that type (i.e. physical bullying can include hitting and kicking)</a:t>
            </a:r>
          </a:p>
          <a:p>
            <a:pPr>
              <a:lnSpc>
                <a:spcPts val="3639"/>
              </a:lnSpc>
            </a:pPr>
          </a:p>
          <a:p>
            <a:pPr>
              <a:lnSpc>
                <a:spcPts val="3639"/>
              </a:lnSpc>
            </a:pPr>
            <a:r>
              <a:rPr lang="en-US" sz="2799">
                <a:solidFill>
                  <a:srgbClr val="E85984"/>
                </a:solidFill>
                <a:latin typeface="DM Sans Bold"/>
              </a:rPr>
              <a:t>Red group: Include all of the above and a section to give people 3 tips to help them If they are being bullied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73139" y="2469856"/>
            <a:ext cx="6771143" cy="8275842"/>
            <a:chOff x="0" y="0"/>
            <a:chExt cx="9028191" cy="110344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28191" cy="11034455"/>
            </a:xfrm>
            <a:custGeom>
              <a:avLst/>
              <a:gdLst/>
              <a:ahLst/>
              <a:cxnLst/>
              <a:rect r="r" b="b" t="t" l="l"/>
              <a:pathLst>
                <a:path h="11034455" w="9028191">
                  <a:moveTo>
                    <a:pt x="0" y="0"/>
                  </a:moveTo>
                  <a:lnTo>
                    <a:pt x="9028191" y="0"/>
                  </a:lnTo>
                  <a:lnTo>
                    <a:pt x="9028191" y="11034455"/>
                  </a:lnTo>
                  <a:lnTo>
                    <a:pt x="0" y="11034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36727" y="1504997"/>
              <a:ext cx="2568635" cy="2568635"/>
            </a:xfrm>
            <a:custGeom>
              <a:avLst/>
              <a:gdLst/>
              <a:ahLst/>
              <a:cxnLst/>
              <a:rect r="r" b="b" t="t" l="l"/>
              <a:pathLst>
                <a:path h="2568635" w="2568635">
                  <a:moveTo>
                    <a:pt x="0" y="0"/>
                  </a:moveTo>
                  <a:lnTo>
                    <a:pt x="2568635" y="0"/>
                  </a:lnTo>
                  <a:lnTo>
                    <a:pt x="2568635" y="2568635"/>
                  </a:lnTo>
                  <a:lnTo>
                    <a:pt x="0" y="2568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Your Job: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3963" y="2892338"/>
            <a:ext cx="4946215" cy="4502324"/>
            <a:chOff x="0" y="0"/>
            <a:chExt cx="1302707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07" cy="1185797"/>
            </a:xfrm>
            <a:custGeom>
              <a:avLst/>
              <a:gdLst/>
              <a:ahLst/>
              <a:cxnLst/>
              <a:rect r="r" b="b" t="t" l="l"/>
              <a:pathLst>
                <a:path h="118579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105971"/>
                  </a:lnTo>
                  <a:cubicBezTo>
                    <a:pt x="1302707" y="1150058"/>
                    <a:pt x="1266967" y="1185797"/>
                    <a:pt x="1222881" y="1185797"/>
                  </a:cubicBezTo>
                  <a:lnTo>
                    <a:pt x="79826" y="1185797"/>
                  </a:lnTo>
                  <a:cubicBezTo>
                    <a:pt x="35739" y="1185797"/>
                    <a:pt x="0" y="1150058"/>
                    <a:pt x="0" y="110597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02707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FFFFF"/>
                  </a:solidFill>
                  <a:latin typeface="Canva Sans"/>
                </a:rPr>
                <a:t>Doan Anh Thea</a:t>
              </a:r>
            </a:p>
            <a:p>
              <a:pPr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FFFFF"/>
                  </a:solidFill>
                  <a:latin typeface="Canva Sans"/>
                </a:rPr>
                <a:t>Đỗ Tuấn Anh</a:t>
              </a:r>
            </a:p>
            <a:p>
              <a:pPr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FFFFF"/>
                  </a:solidFill>
                  <a:latin typeface="Canva Sans"/>
                </a:rPr>
                <a:t>Hồng Gia Huy</a:t>
              </a:r>
            </a:p>
            <a:p>
              <a:pPr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FFFFF"/>
                  </a:solidFill>
                  <a:latin typeface="Canva Sans"/>
                </a:rPr>
                <a:t>Bùi Hữu Tuệ Minh</a:t>
              </a:r>
            </a:p>
            <a:p>
              <a:pPr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FFFFF"/>
                  </a:solidFill>
                  <a:latin typeface="Canva Sans"/>
                </a:rPr>
                <a:t>Nguyễn Lê Bảo Quyên</a:t>
              </a:r>
            </a:p>
            <a:p>
              <a:pPr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FFFFF"/>
                  </a:solidFill>
                  <a:latin typeface="Canva Sans"/>
                </a:rPr>
                <a:t>Daniel Daldon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70893" y="1712151"/>
            <a:ext cx="4946215" cy="7933672"/>
            <a:chOff x="0" y="0"/>
            <a:chExt cx="1302707" cy="20895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2707" cy="2089527"/>
            </a:xfrm>
            <a:custGeom>
              <a:avLst/>
              <a:gdLst/>
              <a:ahLst/>
              <a:cxnLst/>
              <a:rect r="r" b="b" t="t" l="l"/>
              <a:pathLst>
                <a:path h="208952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2009701"/>
                  </a:lnTo>
                  <a:cubicBezTo>
                    <a:pt x="1302707" y="2053787"/>
                    <a:pt x="1266967" y="2089527"/>
                    <a:pt x="1222881" y="2089527"/>
                  </a:cubicBezTo>
                  <a:lnTo>
                    <a:pt x="79826" y="2089527"/>
                  </a:lnTo>
                  <a:cubicBezTo>
                    <a:pt x="35739" y="2089527"/>
                    <a:pt x="0" y="2053787"/>
                    <a:pt x="0" y="200970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02707" cy="2146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Hoàng Đức Trí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Bùi Khương Bảo An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Trịnh Minh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Tạ Châu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Tường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Ngọc Bảo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Ngô An Bình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Hà Phương Gia Hân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Đào Khang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Hoàng Đỗ Trà My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Bảo Ngọc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Phan Thế Quân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Bảo Quyên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Thanh Tâm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Đào Phương Vy</a:t>
              </a: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130" y="3118116"/>
            <a:ext cx="4946215" cy="4276546"/>
            <a:chOff x="0" y="0"/>
            <a:chExt cx="1302707" cy="1126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126333"/>
            </a:xfrm>
            <a:custGeom>
              <a:avLst/>
              <a:gdLst/>
              <a:ahLst/>
              <a:cxnLst/>
              <a:rect r="r" b="b" t="t" l="l"/>
              <a:pathLst>
                <a:path h="1126333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046507"/>
                  </a:lnTo>
                  <a:cubicBezTo>
                    <a:pt x="1302707" y="1090594"/>
                    <a:pt x="1266967" y="1126333"/>
                    <a:pt x="1222881" y="1126333"/>
                  </a:cubicBezTo>
                  <a:lnTo>
                    <a:pt x="79826" y="1126333"/>
                  </a:lnTo>
                  <a:cubicBezTo>
                    <a:pt x="35739" y="1126333"/>
                    <a:pt x="0" y="1090594"/>
                    <a:pt x="0" y="1046507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17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Hồ Tiến Long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Ngô Hùng Nguyên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Lê Tường Vy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Đặng Đình An Khôi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8306" y="2892338"/>
            <a:ext cx="4946215" cy="4502324"/>
            <a:chOff x="0" y="0"/>
            <a:chExt cx="1302707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07" cy="1185797"/>
            </a:xfrm>
            <a:custGeom>
              <a:avLst/>
              <a:gdLst/>
              <a:ahLst/>
              <a:cxnLst/>
              <a:rect r="r" b="b" t="t" l="l"/>
              <a:pathLst>
                <a:path h="118579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105971"/>
                  </a:lnTo>
                  <a:cubicBezTo>
                    <a:pt x="1302707" y="1150058"/>
                    <a:pt x="1266967" y="1185797"/>
                    <a:pt x="1222881" y="1185797"/>
                  </a:cubicBezTo>
                  <a:lnTo>
                    <a:pt x="79826" y="1185797"/>
                  </a:lnTo>
                  <a:cubicBezTo>
                    <a:pt x="35739" y="1185797"/>
                    <a:pt x="0" y="1150058"/>
                    <a:pt x="0" y="110597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02707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Laith Shebani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Dương Vy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Vũ Trường Giang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Đặng Nhật Nam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Minh Ngọc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Trương Minh Phát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Kiều Nguyên Phong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01791" y="1950276"/>
            <a:ext cx="5284418" cy="7933672"/>
            <a:chOff x="0" y="0"/>
            <a:chExt cx="1391781" cy="20895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81" cy="2089527"/>
            </a:xfrm>
            <a:custGeom>
              <a:avLst/>
              <a:gdLst/>
              <a:ahLst/>
              <a:cxnLst/>
              <a:rect r="r" b="b" t="t" l="l"/>
              <a:pathLst>
                <a:path h="2089527" w="1391781">
                  <a:moveTo>
                    <a:pt x="74717" y="0"/>
                  </a:moveTo>
                  <a:lnTo>
                    <a:pt x="1317064" y="0"/>
                  </a:lnTo>
                  <a:cubicBezTo>
                    <a:pt x="1358329" y="0"/>
                    <a:pt x="1391781" y="33452"/>
                    <a:pt x="1391781" y="74717"/>
                  </a:cubicBezTo>
                  <a:lnTo>
                    <a:pt x="1391781" y="2014810"/>
                  </a:lnTo>
                  <a:cubicBezTo>
                    <a:pt x="1391781" y="2034626"/>
                    <a:pt x="1383909" y="2053630"/>
                    <a:pt x="1369897" y="2067643"/>
                  </a:cubicBezTo>
                  <a:cubicBezTo>
                    <a:pt x="1355884" y="2081655"/>
                    <a:pt x="1336880" y="2089527"/>
                    <a:pt x="1317064" y="2089527"/>
                  </a:cubicBezTo>
                  <a:lnTo>
                    <a:pt x="74717" y="2089527"/>
                  </a:lnTo>
                  <a:cubicBezTo>
                    <a:pt x="54901" y="2089527"/>
                    <a:pt x="35896" y="2081655"/>
                    <a:pt x="21884" y="2067643"/>
                  </a:cubicBezTo>
                  <a:cubicBezTo>
                    <a:pt x="7872" y="2053630"/>
                    <a:pt x="0" y="2034626"/>
                    <a:pt x="0" y="2014810"/>
                  </a:cubicBezTo>
                  <a:lnTo>
                    <a:pt x="0" y="74717"/>
                  </a:lnTo>
                  <a:cubicBezTo>
                    <a:pt x="0" y="54901"/>
                    <a:pt x="7872" y="35896"/>
                    <a:pt x="21884" y="21884"/>
                  </a:cubicBezTo>
                  <a:cubicBezTo>
                    <a:pt x="35896" y="7872"/>
                    <a:pt x="54901" y="0"/>
                    <a:pt x="7471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91781" cy="2146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Nguyễn Cát Tường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Châu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Huỳnh Lê Linh Chi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Nguyễn Mai Chi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Vũ Vân Hà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Ngọc Thiên Kim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HOÀNG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Vũ Trần Khánh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Đinh Nguyễn Đức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Bảo Ngân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Zhou Nghi Nhiên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Tâm Như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PHAN THANH PHONG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Ngô Nhật Quang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Diễm Thanh Thư</a:t>
              </a: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5001" y="1950276"/>
            <a:ext cx="4946215" cy="4276546"/>
            <a:chOff x="0" y="0"/>
            <a:chExt cx="1302707" cy="1126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126333"/>
            </a:xfrm>
            <a:custGeom>
              <a:avLst/>
              <a:gdLst/>
              <a:ahLst/>
              <a:cxnLst/>
              <a:rect r="r" b="b" t="t" l="l"/>
              <a:pathLst>
                <a:path h="1126333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046507"/>
                  </a:lnTo>
                  <a:cubicBezTo>
                    <a:pt x="1302707" y="1090594"/>
                    <a:pt x="1266967" y="1126333"/>
                    <a:pt x="1222881" y="1126333"/>
                  </a:cubicBezTo>
                  <a:lnTo>
                    <a:pt x="79826" y="1126333"/>
                  </a:lnTo>
                  <a:cubicBezTo>
                    <a:pt x="35739" y="1126333"/>
                    <a:pt x="0" y="1090594"/>
                    <a:pt x="0" y="1046507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17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Minh Châu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Trần Triều Dương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Đặng Bùi Gia Hưng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Khắc Lâm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Nhật Lâm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75569" y="2892338"/>
            <a:ext cx="5488886" cy="4502324"/>
            <a:chOff x="0" y="0"/>
            <a:chExt cx="1445632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5632" cy="1185797"/>
            </a:xfrm>
            <a:custGeom>
              <a:avLst/>
              <a:gdLst/>
              <a:ahLst/>
              <a:cxnLst/>
              <a:rect r="r" b="b" t="t" l="l"/>
              <a:pathLst>
                <a:path h="1185797" w="1445632">
                  <a:moveTo>
                    <a:pt x="71934" y="0"/>
                  </a:moveTo>
                  <a:lnTo>
                    <a:pt x="1373698" y="0"/>
                  </a:lnTo>
                  <a:cubicBezTo>
                    <a:pt x="1413426" y="0"/>
                    <a:pt x="1445632" y="32206"/>
                    <a:pt x="1445632" y="71934"/>
                  </a:cubicBezTo>
                  <a:lnTo>
                    <a:pt x="1445632" y="1113863"/>
                  </a:lnTo>
                  <a:cubicBezTo>
                    <a:pt x="1445632" y="1132941"/>
                    <a:pt x="1438054" y="1151238"/>
                    <a:pt x="1424563" y="1164728"/>
                  </a:cubicBezTo>
                  <a:cubicBezTo>
                    <a:pt x="1411073" y="1178218"/>
                    <a:pt x="1392776" y="1185797"/>
                    <a:pt x="1373698" y="1185797"/>
                  </a:cubicBezTo>
                  <a:lnTo>
                    <a:pt x="71934" y="1185797"/>
                  </a:lnTo>
                  <a:cubicBezTo>
                    <a:pt x="52856" y="1185797"/>
                    <a:pt x="34559" y="1178218"/>
                    <a:pt x="21069" y="1164728"/>
                  </a:cubicBezTo>
                  <a:cubicBezTo>
                    <a:pt x="7579" y="1151238"/>
                    <a:pt x="0" y="1132941"/>
                    <a:pt x="0" y="1113863"/>
                  </a:cubicBezTo>
                  <a:lnTo>
                    <a:pt x="0" y="71934"/>
                  </a:lnTo>
                  <a:cubicBezTo>
                    <a:pt x="0" y="52856"/>
                    <a:pt x="7579" y="34559"/>
                    <a:pt x="21069" y="21069"/>
                  </a:cubicBezTo>
                  <a:cubicBezTo>
                    <a:pt x="34559" y="7579"/>
                    <a:pt x="52856" y="0"/>
                    <a:pt x="719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45632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Phùng Phúc Hưng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Lê Minh Đức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Lê Minh Hiếu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Khánh Huy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Hoàng Phong Lan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Công Minh Phong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Phạm Minh Trí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285748" y="1950276"/>
            <a:ext cx="5284418" cy="7933672"/>
            <a:chOff x="0" y="0"/>
            <a:chExt cx="1391781" cy="20895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81" cy="2089527"/>
            </a:xfrm>
            <a:custGeom>
              <a:avLst/>
              <a:gdLst/>
              <a:ahLst/>
              <a:cxnLst/>
              <a:rect r="r" b="b" t="t" l="l"/>
              <a:pathLst>
                <a:path h="2089527" w="1391781">
                  <a:moveTo>
                    <a:pt x="74717" y="0"/>
                  </a:moveTo>
                  <a:lnTo>
                    <a:pt x="1317064" y="0"/>
                  </a:lnTo>
                  <a:cubicBezTo>
                    <a:pt x="1358329" y="0"/>
                    <a:pt x="1391781" y="33452"/>
                    <a:pt x="1391781" y="74717"/>
                  </a:cubicBezTo>
                  <a:lnTo>
                    <a:pt x="1391781" y="2014810"/>
                  </a:lnTo>
                  <a:cubicBezTo>
                    <a:pt x="1391781" y="2034626"/>
                    <a:pt x="1383909" y="2053630"/>
                    <a:pt x="1369897" y="2067643"/>
                  </a:cubicBezTo>
                  <a:cubicBezTo>
                    <a:pt x="1355884" y="2081655"/>
                    <a:pt x="1336880" y="2089527"/>
                    <a:pt x="1317064" y="2089527"/>
                  </a:cubicBezTo>
                  <a:lnTo>
                    <a:pt x="74717" y="2089527"/>
                  </a:lnTo>
                  <a:cubicBezTo>
                    <a:pt x="54901" y="2089527"/>
                    <a:pt x="35896" y="2081655"/>
                    <a:pt x="21884" y="2067643"/>
                  </a:cubicBezTo>
                  <a:cubicBezTo>
                    <a:pt x="7872" y="2053630"/>
                    <a:pt x="0" y="2034626"/>
                    <a:pt x="0" y="2014810"/>
                  </a:cubicBezTo>
                  <a:lnTo>
                    <a:pt x="0" y="74717"/>
                  </a:lnTo>
                  <a:cubicBezTo>
                    <a:pt x="0" y="54901"/>
                    <a:pt x="7872" y="35896"/>
                    <a:pt x="21884" y="21884"/>
                  </a:cubicBezTo>
                  <a:cubicBezTo>
                    <a:pt x="35896" y="7872"/>
                    <a:pt x="54901" y="0"/>
                    <a:pt x="7471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91781" cy="2146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Đào Minh An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Hoàng Lily Bảo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Bảo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Ngọc Minh Châu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Đình Minh Khang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Vương Khánh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Khánh Ly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Tô Ngọc Thủy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Đỗ Gia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Đặng Quang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Lucia Sultanska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Xuân Tùng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Tường Vân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Đỗ Kiến Bình</a:t>
              </a:r>
            </a:p>
            <a:p>
              <a:pPr>
                <a:lnSpc>
                  <a:spcPts val="3779"/>
                </a:lnSpc>
              </a:pP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130" y="3005227"/>
            <a:ext cx="4946215" cy="4276546"/>
            <a:chOff x="0" y="0"/>
            <a:chExt cx="1302707" cy="1126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126333"/>
            </a:xfrm>
            <a:custGeom>
              <a:avLst/>
              <a:gdLst/>
              <a:ahLst/>
              <a:cxnLst/>
              <a:rect r="r" b="b" t="t" l="l"/>
              <a:pathLst>
                <a:path h="1126333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046507"/>
                  </a:lnTo>
                  <a:cubicBezTo>
                    <a:pt x="1302707" y="1090594"/>
                    <a:pt x="1266967" y="1126333"/>
                    <a:pt x="1222881" y="1126333"/>
                  </a:cubicBezTo>
                  <a:lnTo>
                    <a:pt x="79826" y="1126333"/>
                  </a:lnTo>
                  <a:cubicBezTo>
                    <a:pt x="35739" y="1126333"/>
                    <a:pt x="0" y="1090594"/>
                    <a:pt x="0" y="1046507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17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>
                <a:lnSpc>
                  <a:spcPts val="4199"/>
                </a:lnSpc>
              </a:pP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Ngô Minh Châu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Ngọ Khánh Chi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Đăng Dương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Đỗ Trí Nam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Ngô Thiệu Chí Đạt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8306" y="3097996"/>
            <a:ext cx="4946215" cy="4502324"/>
            <a:chOff x="0" y="0"/>
            <a:chExt cx="1302707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07" cy="1185797"/>
            </a:xfrm>
            <a:custGeom>
              <a:avLst/>
              <a:gdLst/>
              <a:ahLst/>
              <a:cxnLst/>
              <a:rect r="r" b="b" t="t" l="l"/>
              <a:pathLst>
                <a:path h="118579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105971"/>
                  </a:lnTo>
                  <a:cubicBezTo>
                    <a:pt x="1302707" y="1150058"/>
                    <a:pt x="1266967" y="1185797"/>
                    <a:pt x="1222881" y="1185797"/>
                  </a:cubicBezTo>
                  <a:lnTo>
                    <a:pt x="79826" y="1185797"/>
                  </a:lnTo>
                  <a:cubicBezTo>
                    <a:pt x="35739" y="1185797"/>
                    <a:pt x="0" y="1150058"/>
                    <a:pt x="0" y="110597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02707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Lê Thanh Bình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Hoàng Trung Hiếu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Đào Gia Huy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Vũ Đình Khang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Viên Thiên Minh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Ngô Uyên Nhi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Mai Đức Tùng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01791" y="1950276"/>
            <a:ext cx="5284418" cy="8076842"/>
            <a:chOff x="0" y="0"/>
            <a:chExt cx="1391781" cy="2127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81" cy="2127234"/>
            </a:xfrm>
            <a:custGeom>
              <a:avLst/>
              <a:gdLst/>
              <a:ahLst/>
              <a:cxnLst/>
              <a:rect r="r" b="b" t="t" l="l"/>
              <a:pathLst>
                <a:path h="2127234" w="1391781">
                  <a:moveTo>
                    <a:pt x="74717" y="0"/>
                  </a:moveTo>
                  <a:lnTo>
                    <a:pt x="1317064" y="0"/>
                  </a:lnTo>
                  <a:cubicBezTo>
                    <a:pt x="1358329" y="0"/>
                    <a:pt x="1391781" y="33452"/>
                    <a:pt x="1391781" y="74717"/>
                  </a:cubicBezTo>
                  <a:lnTo>
                    <a:pt x="1391781" y="2052517"/>
                  </a:lnTo>
                  <a:cubicBezTo>
                    <a:pt x="1391781" y="2072333"/>
                    <a:pt x="1383909" y="2091338"/>
                    <a:pt x="1369897" y="2105350"/>
                  </a:cubicBezTo>
                  <a:cubicBezTo>
                    <a:pt x="1355884" y="2119362"/>
                    <a:pt x="1336880" y="2127234"/>
                    <a:pt x="1317064" y="2127234"/>
                  </a:cubicBezTo>
                  <a:lnTo>
                    <a:pt x="74717" y="2127234"/>
                  </a:lnTo>
                  <a:cubicBezTo>
                    <a:pt x="54901" y="2127234"/>
                    <a:pt x="35896" y="2119362"/>
                    <a:pt x="21884" y="2105350"/>
                  </a:cubicBezTo>
                  <a:cubicBezTo>
                    <a:pt x="7872" y="2091338"/>
                    <a:pt x="0" y="2072333"/>
                    <a:pt x="0" y="2052517"/>
                  </a:cubicBezTo>
                  <a:lnTo>
                    <a:pt x="0" y="74717"/>
                  </a:lnTo>
                  <a:cubicBezTo>
                    <a:pt x="0" y="54901"/>
                    <a:pt x="7872" y="35896"/>
                    <a:pt x="21884" y="21884"/>
                  </a:cubicBezTo>
                  <a:cubicBezTo>
                    <a:pt x="35896" y="7872"/>
                    <a:pt x="54901" y="0"/>
                    <a:pt x="7471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91781" cy="2184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Minh Mỹ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RUELLE MINH BENJAMIN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Hoàng Khánh Chi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Thành Chung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Vũ Hải Hà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Ngọc Gia Hân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Dương Phạm Bảo Khanh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Hữu Hoàng Lâm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Ngọc Khánh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Quách Gia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Hoàng Nhật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Ngọc Bảo Nam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Hoàng Cao Phong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Vũ Hà Phương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Minh Thư</a:t>
              </a:r>
            </a:p>
            <a:p>
              <a:pPr>
                <a:lnSpc>
                  <a:spcPts val="3779"/>
                </a:lnSpc>
              </a:pP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130" y="3097996"/>
            <a:ext cx="4946215" cy="4276546"/>
            <a:chOff x="0" y="0"/>
            <a:chExt cx="1302707" cy="1126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126333"/>
            </a:xfrm>
            <a:custGeom>
              <a:avLst/>
              <a:gdLst/>
              <a:ahLst/>
              <a:cxnLst/>
              <a:rect r="r" b="b" t="t" l="l"/>
              <a:pathLst>
                <a:path h="1126333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046507"/>
                  </a:lnTo>
                  <a:cubicBezTo>
                    <a:pt x="1302707" y="1090594"/>
                    <a:pt x="1266967" y="1126333"/>
                    <a:pt x="1222881" y="1126333"/>
                  </a:cubicBezTo>
                  <a:lnTo>
                    <a:pt x="79826" y="1126333"/>
                  </a:lnTo>
                  <a:cubicBezTo>
                    <a:pt x="35739" y="1126333"/>
                    <a:pt x="0" y="1090594"/>
                    <a:pt x="0" y="1046507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17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Trần Khánh An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Châu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Saing Thu Lena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Pipe Lê Tiffany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8306" y="2892338"/>
            <a:ext cx="4946215" cy="4502324"/>
            <a:chOff x="0" y="0"/>
            <a:chExt cx="1302707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07" cy="1185797"/>
            </a:xfrm>
            <a:custGeom>
              <a:avLst/>
              <a:gdLst/>
              <a:ahLst/>
              <a:cxnLst/>
              <a:rect r="r" b="b" t="t" l="l"/>
              <a:pathLst>
                <a:path h="118579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105971"/>
                  </a:lnTo>
                  <a:cubicBezTo>
                    <a:pt x="1302707" y="1150058"/>
                    <a:pt x="1266967" y="1185797"/>
                    <a:pt x="1222881" y="1185797"/>
                  </a:cubicBezTo>
                  <a:lnTo>
                    <a:pt x="79826" y="1185797"/>
                  </a:lnTo>
                  <a:cubicBezTo>
                    <a:pt x="35739" y="1185797"/>
                    <a:pt x="0" y="1150058"/>
                    <a:pt x="0" y="110597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02707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Hoàng Dũng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Hoàng Gia Huy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Phạm Tuấn Khang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Vũ Nguyễn Bảo Minh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Đặng Phương Nam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Văn Thục Trinh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Trúc Vy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01791" y="1950276"/>
            <a:ext cx="5284418" cy="8076842"/>
            <a:chOff x="0" y="0"/>
            <a:chExt cx="1391781" cy="2127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81" cy="2127234"/>
            </a:xfrm>
            <a:custGeom>
              <a:avLst/>
              <a:gdLst/>
              <a:ahLst/>
              <a:cxnLst/>
              <a:rect r="r" b="b" t="t" l="l"/>
              <a:pathLst>
                <a:path h="2127234" w="1391781">
                  <a:moveTo>
                    <a:pt x="74717" y="0"/>
                  </a:moveTo>
                  <a:lnTo>
                    <a:pt x="1317064" y="0"/>
                  </a:lnTo>
                  <a:cubicBezTo>
                    <a:pt x="1358329" y="0"/>
                    <a:pt x="1391781" y="33452"/>
                    <a:pt x="1391781" y="74717"/>
                  </a:cubicBezTo>
                  <a:lnTo>
                    <a:pt x="1391781" y="2052517"/>
                  </a:lnTo>
                  <a:cubicBezTo>
                    <a:pt x="1391781" y="2072333"/>
                    <a:pt x="1383909" y="2091338"/>
                    <a:pt x="1369897" y="2105350"/>
                  </a:cubicBezTo>
                  <a:cubicBezTo>
                    <a:pt x="1355884" y="2119362"/>
                    <a:pt x="1336880" y="2127234"/>
                    <a:pt x="1317064" y="2127234"/>
                  </a:cubicBezTo>
                  <a:lnTo>
                    <a:pt x="74717" y="2127234"/>
                  </a:lnTo>
                  <a:cubicBezTo>
                    <a:pt x="54901" y="2127234"/>
                    <a:pt x="35896" y="2119362"/>
                    <a:pt x="21884" y="2105350"/>
                  </a:cubicBezTo>
                  <a:cubicBezTo>
                    <a:pt x="7872" y="2091338"/>
                    <a:pt x="0" y="2072333"/>
                    <a:pt x="0" y="2052517"/>
                  </a:cubicBezTo>
                  <a:lnTo>
                    <a:pt x="0" y="74717"/>
                  </a:lnTo>
                  <a:cubicBezTo>
                    <a:pt x="0" y="54901"/>
                    <a:pt x="7872" y="35896"/>
                    <a:pt x="21884" y="21884"/>
                  </a:cubicBezTo>
                  <a:cubicBezTo>
                    <a:pt x="35896" y="7872"/>
                    <a:pt x="54901" y="0"/>
                    <a:pt x="7471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91781" cy="2184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Trương An Di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Đào Nhung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Quý Đạt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Chí Dũng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Bảo Hân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Ngọc Bảo Hân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Gia Khánh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Ngọc Hà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Bình Nguyên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Lê Vân Phương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Nghiêm Xuân Sơn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Đức Thái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Thanh Tùng</a:t>
              </a:r>
            </a:p>
            <a:p>
              <a:pPr>
                <a:lnSpc>
                  <a:spcPts val="3779"/>
                </a:lnSpc>
              </a:pPr>
            </a:p>
            <a:p>
              <a:pPr>
                <a:lnSpc>
                  <a:spcPts val="3779"/>
                </a:lnSpc>
              </a:pP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130" y="3005227"/>
            <a:ext cx="4946215" cy="4276546"/>
            <a:chOff x="0" y="0"/>
            <a:chExt cx="1302707" cy="1126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126333"/>
            </a:xfrm>
            <a:custGeom>
              <a:avLst/>
              <a:gdLst/>
              <a:ahLst/>
              <a:cxnLst/>
              <a:rect r="r" b="b" t="t" l="l"/>
              <a:pathLst>
                <a:path h="1126333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046507"/>
                  </a:lnTo>
                  <a:cubicBezTo>
                    <a:pt x="1302707" y="1090594"/>
                    <a:pt x="1266967" y="1126333"/>
                    <a:pt x="1222881" y="1126333"/>
                  </a:cubicBezTo>
                  <a:lnTo>
                    <a:pt x="79826" y="1126333"/>
                  </a:lnTo>
                  <a:cubicBezTo>
                    <a:pt x="35739" y="1126333"/>
                    <a:pt x="0" y="1090594"/>
                    <a:pt x="0" y="1046507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17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Lam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Đỗ Phú Lâm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Hoàng Phương Thảo My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Tuệ Nhi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Hàm Quân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Minh Tùng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93125" y="2188401"/>
            <a:ext cx="4946215" cy="4502324"/>
            <a:chOff x="0" y="0"/>
            <a:chExt cx="1302707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07" cy="1185797"/>
            </a:xfrm>
            <a:custGeom>
              <a:avLst/>
              <a:gdLst/>
              <a:ahLst/>
              <a:cxnLst/>
              <a:rect r="r" b="b" t="t" l="l"/>
              <a:pathLst>
                <a:path h="118579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105971"/>
                  </a:lnTo>
                  <a:cubicBezTo>
                    <a:pt x="1302707" y="1150058"/>
                    <a:pt x="1266967" y="1185797"/>
                    <a:pt x="1222881" y="1185797"/>
                  </a:cubicBezTo>
                  <a:lnTo>
                    <a:pt x="79826" y="1185797"/>
                  </a:lnTo>
                  <a:cubicBezTo>
                    <a:pt x="35739" y="1185797"/>
                    <a:pt x="0" y="1150058"/>
                    <a:pt x="0" y="110597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02707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ĐẶNG TRÂM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Vi Quang Việt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Tạ Ngọc Quỳnh Chi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Thế Khôi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Vũ Hoàng Nam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Văn Gia Nguyên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01791" y="2188401"/>
            <a:ext cx="5284418" cy="6171841"/>
            <a:chOff x="0" y="0"/>
            <a:chExt cx="1391781" cy="1625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81" cy="1625506"/>
            </a:xfrm>
            <a:custGeom>
              <a:avLst/>
              <a:gdLst/>
              <a:ahLst/>
              <a:cxnLst/>
              <a:rect r="r" b="b" t="t" l="l"/>
              <a:pathLst>
                <a:path h="1625506" w="1391781">
                  <a:moveTo>
                    <a:pt x="74717" y="0"/>
                  </a:moveTo>
                  <a:lnTo>
                    <a:pt x="1317064" y="0"/>
                  </a:lnTo>
                  <a:cubicBezTo>
                    <a:pt x="1358329" y="0"/>
                    <a:pt x="1391781" y="33452"/>
                    <a:pt x="1391781" y="74717"/>
                  </a:cubicBezTo>
                  <a:lnTo>
                    <a:pt x="1391781" y="1550788"/>
                  </a:lnTo>
                  <a:cubicBezTo>
                    <a:pt x="1391781" y="1570604"/>
                    <a:pt x="1383909" y="1589609"/>
                    <a:pt x="1369897" y="1603621"/>
                  </a:cubicBezTo>
                  <a:cubicBezTo>
                    <a:pt x="1355884" y="1617634"/>
                    <a:pt x="1336880" y="1625506"/>
                    <a:pt x="1317064" y="1625506"/>
                  </a:cubicBezTo>
                  <a:lnTo>
                    <a:pt x="74717" y="1625506"/>
                  </a:lnTo>
                  <a:cubicBezTo>
                    <a:pt x="54901" y="1625506"/>
                    <a:pt x="35896" y="1617634"/>
                    <a:pt x="21884" y="1603621"/>
                  </a:cubicBezTo>
                  <a:cubicBezTo>
                    <a:pt x="7872" y="1589609"/>
                    <a:pt x="0" y="1570604"/>
                    <a:pt x="0" y="1550788"/>
                  </a:cubicBezTo>
                  <a:lnTo>
                    <a:pt x="0" y="74717"/>
                  </a:lnTo>
                  <a:cubicBezTo>
                    <a:pt x="0" y="54901"/>
                    <a:pt x="7872" y="35896"/>
                    <a:pt x="21884" y="21884"/>
                  </a:cubicBezTo>
                  <a:cubicBezTo>
                    <a:pt x="35896" y="7872"/>
                    <a:pt x="54901" y="0"/>
                    <a:pt x="7471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91781" cy="168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Tiến Tuấn Kiệt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Văn Khánh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Gia Bách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LƯU GIA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Ngọc Hằng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Đăng Gia Huy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Lê Minh Khuê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Đặng Trần Hải Vy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Đỗ Ngọc Phương Vy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Bùi Hoàng My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Trương Lâm Vũ</a:t>
              </a:r>
            </a:p>
            <a:p>
              <a:pPr>
                <a:lnSpc>
                  <a:spcPts val="3779"/>
                </a:lnSpc>
              </a:pP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5068" y="2188401"/>
            <a:ext cx="4946215" cy="5698674"/>
            <a:chOff x="0" y="0"/>
            <a:chExt cx="1302707" cy="15008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500885"/>
            </a:xfrm>
            <a:custGeom>
              <a:avLst/>
              <a:gdLst/>
              <a:ahLst/>
              <a:cxnLst/>
              <a:rect r="r" b="b" t="t" l="l"/>
              <a:pathLst>
                <a:path h="1500885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421059"/>
                  </a:lnTo>
                  <a:cubicBezTo>
                    <a:pt x="1302707" y="1465146"/>
                    <a:pt x="1266967" y="1500885"/>
                    <a:pt x="1222881" y="1500885"/>
                  </a:cubicBezTo>
                  <a:lnTo>
                    <a:pt x="79826" y="1500885"/>
                  </a:lnTo>
                  <a:cubicBezTo>
                    <a:pt x="35739" y="1500885"/>
                    <a:pt x="0" y="1465146"/>
                    <a:pt x="0" y="1421059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548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Anh Phương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Vũ Bảo An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Trương Thụy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Trịnh Minh Đức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Trịnh Nguyễn Ái Linh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Đinh Phúc Long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Phạm Trần Vân Ly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Ngô Nam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Đoàn Triệu Vy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Đức Anh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82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12582" y="3005227"/>
            <a:ext cx="4946215" cy="4502324"/>
            <a:chOff x="0" y="0"/>
            <a:chExt cx="1302707" cy="1185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07" cy="1185797"/>
            </a:xfrm>
            <a:custGeom>
              <a:avLst/>
              <a:gdLst/>
              <a:ahLst/>
              <a:cxnLst/>
              <a:rect r="r" b="b" t="t" l="l"/>
              <a:pathLst>
                <a:path h="1185797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105971"/>
                  </a:lnTo>
                  <a:cubicBezTo>
                    <a:pt x="1302707" y="1150058"/>
                    <a:pt x="1266967" y="1185797"/>
                    <a:pt x="1222881" y="1185797"/>
                  </a:cubicBezTo>
                  <a:lnTo>
                    <a:pt x="79826" y="1185797"/>
                  </a:lnTo>
                  <a:cubicBezTo>
                    <a:pt x="35739" y="1185797"/>
                    <a:pt x="0" y="1150058"/>
                    <a:pt x="0" y="1105971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02707" cy="1233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Chu Lan Vy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Hoàng Tuấn Khôi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Phạm Trần Đăng Khoa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Vũ Bùi Nhật Minh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4130" y="596309"/>
            <a:ext cx="8756204" cy="9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361">
                <a:solidFill>
                  <a:srgbClr val="FFFFFF"/>
                </a:solidFill>
                <a:latin typeface="Cosmic Octo Medium"/>
              </a:rPr>
              <a:t>5b7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01791" y="1508716"/>
            <a:ext cx="5284418" cy="8553091"/>
            <a:chOff x="0" y="0"/>
            <a:chExt cx="1391781" cy="22526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81" cy="2252666"/>
            </a:xfrm>
            <a:custGeom>
              <a:avLst/>
              <a:gdLst/>
              <a:ahLst/>
              <a:cxnLst/>
              <a:rect r="r" b="b" t="t" l="l"/>
              <a:pathLst>
                <a:path h="2252666" w="1391781">
                  <a:moveTo>
                    <a:pt x="74717" y="0"/>
                  </a:moveTo>
                  <a:lnTo>
                    <a:pt x="1317064" y="0"/>
                  </a:lnTo>
                  <a:cubicBezTo>
                    <a:pt x="1358329" y="0"/>
                    <a:pt x="1391781" y="33452"/>
                    <a:pt x="1391781" y="74717"/>
                  </a:cubicBezTo>
                  <a:lnTo>
                    <a:pt x="1391781" y="2177949"/>
                  </a:lnTo>
                  <a:cubicBezTo>
                    <a:pt x="1391781" y="2197765"/>
                    <a:pt x="1383909" y="2216770"/>
                    <a:pt x="1369897" y="2230782"/>
                  </a:cubicBezTo>
                  <a:cubicBezTo>
                    <a:pt x="1355884" y="2244794"/>
                    <a:pt x="1336880" y="2252666"/>
                    <a:pt x="1317064" y="2252666"/>
                  </a:cubicBezTo>
                  <a:lnTo>
                    <a:pt x="74717" y="2252666"/>
                  </a:lnTo>
                  <a:cubicBezTo>
                    <a:pt x="33452" y="2252666"/>
                    <a:pt x="0" y="2219214"/>
                    <a:pt x="0" y="2177949"/>
                  </a:cubicBezTo>
                  <a:lnTo>
                    <a:pt x="0" y="74717"/>
                  </a:lnTo>
                  <a:cubicBezTo>
                    <a:pt x="0" y="54901"/>
                    <a:pt x="7872" y="35896"/>
                    <a:pt x="21884" y="21884"/>
                  </a:cubicBezTo>
                  <a:cubicBezTo>
                    <a:pt x="35896" y="7872"/>
                    <a:pt x="54901" y="0"/>
                    <a:pt x="7471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91781" cy="2309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>
                <a:lnSpc>
                  <a:spcPts val="3779"/>
                </a:lnSpc>
              </a:pP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Nguyễn Bảo Linh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Anh Hà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Phương An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Đào Minh Thư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Minh Anh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Lê Ngọc Hà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Phạm Gia Hưng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Ngô Ngọc Thiên Hương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Trần Bình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Tiến Minh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Hứa Nam Phong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Phạm Thanh Tâm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Vạn Toàn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Hữu Hải Tùng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Hoàng Tuấn Khôi</a:t>
              </a:r>
            </a:p>
            <a:p>
              <a:pPr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E1D40"/>
                  </a:solidFill>
                  <a:latin typeface="Canva Sans Bold"/>
                </a:rPr>
                <a:t>Nguyễn Quang Lâm</a:t>
              </a:r>
            </a:p>
            <a:p>
              <a:pPr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005227"/>
            <a:ext cx="4946215" cy="4276546"/>
            <a:chOff x="0" y="0"/>
            <a:chExt cx="1302707" cy="1126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2707" cy="1126333"/>
            </a:xfrm>
            <a:custGeom>
              <a:avLst/>
              <a:gdLst/>
              <a:ahLst/>
              <a:cxnLst/>
              <a:rect r="r" b="b" t="t" l="l"/>
              <a:pathLst>
                <a:path h="1126333" w="1302707">
                  <a:moveTo>
                    <a:pt x="79826" y="0"/>
                  </a:moveTo>
                  <a:lnTo>
                    <a:pt x="1222881" y="0"/>
                  </a:lnTo>
                  <a:cubicBezTo>
                    <a:pt x="1266967" y="0"/>
                    <a:pt x="1302707" y="35739"/>
                    <a:pt x="1302707" y="79826"/>
                  </a:cubicBezTo>
                  <a:lnTo>
                    <a:pt x="1302707" y="1046507"/>
                  </a:lnTo>
                  <a:cubicBezTo>
                    <a:pt x="1302707" y="1090594"/>
                    <a:pt x="1266967" y="1126333"/>
                    <a:pt x="1222881" y="1126333"/>
                  </a:cubicBezTo>
                  <a:lnTo>
                    <a:pt x="79826" y="1126333"/>
                  </a:lnTo>
                  <a:cubicBezTo>
                    <a:pt x="35739" y="1126333"/>
                    <a:pt x="0" y="1090594"/>
                    <a:pt x="0" y="1046507"/>
                  </a:cubicBezTo>
                  <a:lnTo>
                    <a:pt x="0" y="79826"/>
                  </a:lnTo>
                  <a:cubicBezTo>
                    <a:pt x="0" y="35739"/>
                    <a:pt x="35739" y="0"/>
                    <a:pt x="7982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02707" cy="117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Phạm Nguyên Vũ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Cù Phương Bảo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Bảo Anh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Đoàn Diệp Ngân Hà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Trần Minh Lâm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Nguyễn Thị Ngọc Vân</a:t>
              </a:r>
            </a:p>
            <a:p>
              <a:pPr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FFFFF"/>
                  </a:solidFill>
                  <a:latin typeface="Canva Sans"/>
                </a:rPr>
                <a:t>William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6505" y="5243475"/>
            <a:ext cx="4924777" cy="5763037"/>
            <a:chOff x="0" y="0"/>
            <a:chExt cx="6566370" cy="7684050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6566370" cy="7684050"/>
            </a:xfrm>
            <a:custGeom>
              <a:avLst/>
              <a:gdLst/>
              <a:ahLst/>
              <a:cxnLst/>
              <a:rect r="r" b="b" t="t" l="l"/>
              <a:pathLst>
                <a:path h="7684050" w="6566370">
                  <a:moveTo>
                    <a:pt x="6566370" y="0"/>
                  </a:moveTo>
                  <a:lnTo>
                    <a:pt x="0" y="0"/>
                  </a:lnTo>
                  <a:lnTo>
                    <a:pt x="0" y="7684050"/>
                  </a:lnTo>
                  <a:lnTo>
                    <a:pt x="6566370" y="7684050"/>
                  </a:lnTo>
                  <a:lnTo>
                    <a:pt x="656637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623486">
              <a:off x="2672621" y="4406157"/>
              <a:ext cx="2335189" cy="2071950"/>
            </a:xfrm>
            <a:custGeom>
              <a:avLst/>
              <a:gdLst/>
              <a:ahLst/>
              <a:cxnLst/>
              <a:rect r="r" b="b" t="t" l="l"/>
              <a:pathLst>
                <a:path h="2071950" w="2335189">
                  <a:moveTo>
                    <a:pt x="0" y="0"/>
                  </a:moveTo>
                  <a:lnTo>
                    <a:pt x="2335189" y="0"/>
                  </a:lnTo>
                  <a:lnTo>
                    <a:pt x="2335189" y="2071949"/>
                  </a:lnTo>
                  <a:lnTo>
                    <a:pt x="0" y="2071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14042" y="5243475"/>
            <a:ext cx="5356507" cy="5517002"/>
          </a:xfrm>
          <a:custGeom>
            <a:avLst/>
            <a:gdLst/>
            <a:ahLst/>
            <a:cxnLst/>
            <a:rect r="r" b="b" t="t" l="l"/>
            <a:pathLst>
              <a:path h="5517002" w="5356507">
                <a:moveTo>
                  <a:pt x="0" y="0"/>
                </a:moveTo>
                <a:lnTo>
                  <a:pt x="5356507" y="0"/>
                </a:lnTo>
                <a:lnTo>
                  <a:pt x="5356507" y="5517002"/>
                </a:lnTo>
                <a:lnTo>
                  <a:pt x="0" y="55170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44149" y="5243475"/>
            <a:ext cx="4526681" cy="5388905"/>
            <a:chOff x="0" y="0"/>
            <a:chExt cx="6035574" cy="71852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35574" cy="7185207"/>
            </a:xfrm>
            <a:custGeom>
              <a:avLst/>
              <a:gdLst/>
              <a:ahLst/>
              <a:cxnLst/>
              <a:rect r="r" b="b" t="t" l="l"/>
              <a:pathLst>
                <a:path h="7185207" w="6035574">
                  <a:moveTo>
                    <a:pt x="0" y="0"/>
                  </a:moveTo>
                  <a:lnTo>
                    <a:pt x="6035574" y="0"/>
                  </a:lnTo>
                  <a:lnTo>
                    <a:pt x="6035574" y="7185207"/>
                  </a:lnTo>
                  <a:lnTo>
                    <a:pt x="0" y="718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518464" y="4205868"/>
              <a:ext cx="1974601" cy="1974601"/>
            </a:xfrm>
            <a:custGeom>
              <a:avLst/>
              <a:gdLst/>
              <a:ahLst/>
              <a:cxnLst/>
              <a:rect r="r" b="b" t="t" l="l"/>
              <a:pathLst>
                <a:path h="1974601" w="1974601">
                  <a:moveTo>
                    <a:pt x="0" y="0"/>
                  </a:moveTo>
                  <a:lnTo>
                    <a:pt x="1974600" y="0"/>
                  </a:lnTo>
                  <a:lnTo>
                    <a:pt x="1974600" y="1974600"/>
                  </a:lnTo>
                  <a:lnTo>
                    <a:pt x="0" y="197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234544" y="5243475"/>
            <a:ext cx="4223303" cy="5807042"/>
          </a:xfrm>
          <a:custGeom>
            <a:avLst/>
            <a:gdLst/>
            <a:ahLst/>
            <a:cxnLst/>
            <a:rect r="r" b="b" t="t" l="l"/>
            <a:pathLst>
              <a:path h="5807042" w="4223303">
                <a:moveTo>
                  <a:pt x="0" y="0"/>
                </a:moveTo>
                <a:lnTo>
                  <a:pt x="4223303" y="0"/>
                </a:lnTo>
                <a:lnTo>
                  <a:pt x="4223303" y="5807042"/>
                </a:lnTo>
                <a:lnTo>
                  <a:pt x="0" y="58070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73878" y="1028700"/>
            <a:ext cx="19035757" cy="3968365"/>
            <a:chOff x="0" y="0"/>
            <a:chExt cx="5361915" cy="11177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1915" cy="1117793"/>
            </a:xfrm>
            <a:custGeom>
              <a:avLst/>
              <a:gdLst/>
              <a:ahLst/>
              <a:cxnLst/>
              <a:rect r="r" b="b" t="t" l="l"/>
              <a:pathLst>
                <a:path h="1117793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1117793"/>
                  </a:lnTo>
                  <a:lnTo>
                    <a:pt x="0" y="1117793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00025"/>
              <a:ext cx="5361915" cy="131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44395" y="1764129"/>
            <a:ext cx="17180300" cy="222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94"/>
              </a:lnSpc>
            </a:pPr>
            <a:r>
              <a:rPr lang="en-US" sz="12781">
                <a:solidFill>
                  <a:srgbClr val="FFFFFF"/>
                </a:solidFill>
                <a:latin typeface="Bobby Jones"/>
              </a:rPr>
              <a:t>Bullying scenarios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5894" y="3037285"/>
            <a:ext cx="9887245" cy="628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You are now going to use your knowledge the different types of bullying to explore bullying scenarios.</a:t>
            </a:r>
          </a:p>
          <a:p>
            <a:pPr>
              <a:lnSpc>
                <a:spcPts val="4159"/>
              </a:lnSpc>
            </a:pPr>
          </a:p>
          <a:p>
            <a:pPr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For each scenario you will need to:</a:t>
            </a:r>
          </a:p>
          <a:p>
            <a:pPr>
              <a:lnSpc>
                <a:spcPts val="4159"/>
              </a:lnSpc>
            </a:pPr>
          </a:p>
          <a:p>
            <a:pPr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1) Identify the types of bullying involved</a:t>
            </a:r>
          </a:p>
          <a:p>
            <a:pPr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2) Explain how you could help the person being bullied</a:t>
            </a:r>
          </a:p>
          <a:p>
            <a:pPr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3) Explain where the person being bullied could get help</a:t>
            </a:r>
          </a:p>
          <a:p>
            <a:pPr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73139" y="2469856"/>
            <a:ext cx="6771143" cy="8275842"/>
            <a:chOff x="0" y="0"/>
            <a:chExt cx="9028191" cy="110344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28191" cy="11034455"/>
            </a:xfrm>
            <a:custGeom>
              <a:avLst/>
              <a:gdLst/>
              <a:ahLst/>
              <a:cxnLst/>
              <a:rect r="r" b="b" t="t" l="l"/>
              <a:pathLst>
                <a:path h="11034455" w="9028191">
                  <a:moveTo>
                    <a:pt x="0" y="0"/>
                  </a:moveTo>
                  <a:lnTo>
                    <a:pt x="9028191" y="0"/>
                  </a:lnTo>
                  <a:lnTo>
                    <a:pt x="9028191" y="11034455"/>
                  </a:lnTo>
                  <a:lnTo>
                    <a:pt x="0" y="11034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36727" y="1504997"/>
              <a:ext cx="2568635" cy="2568635"/>
            </a:xfrm>
            <a:custGeom>
              <a:avLst/>
              <a:gdLst/>
              <a:ahLst/>
              <a:cxnLst/>
              <a:rect r="r" b="b" t="t" l="l"/>
              <a:pathLst>
                <a:path h="2568635" w="2568635">
                  <a:moveTo>
                    <a:pt x="0" y="0"/>
                  </a:moveTo>
                  <a:lnTo>
                    <a:pt x="2568635" y="0"/>
                  </a:lnTo>
                  <a:lnTo>
                    <a:pt x="2568635" y="2568635"/>
                  </a:lnTo>
                  <a:lnTo>
                    <a:pt x="0" y="2568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bullying scenarios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74320" y="3382131"/>
            <a:ext cx="9887245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9"/>
              </a:lnSpc>
            </a:pPr>
            <a:r>
              <a:rPr lang="en-US" sz="3699">
                <a:solidFill>
                  <a:srgbClr val="12154D"/>
                </a:solidFill>
                <a:latin typeface="DM Sans Bold"/>
              </a:rPr>
              <a:t>A boy is teased because he has long hair</a:t>
            </a:r>
          </a:p>
          <a:p>
            <a:pPr algn="just">
              <a:lnSpc>
                <a:spcPts val="4809"/>
              </a:lnSpc>
            </a:pPr>
            <a:r>
              <a:rPr lang="en-US" sz="3699">
                <a:solidFill>
                  <a:srgbClr val="12154D"/>
                </a:solidFill>
                <a:latin typeface="DM Sans Bold"/>
              </a:rPr>
              <a:t>A group of girls circle him and start to call</a:t>
            </a:r>
          </a:p>
          <a:p>
            <a:pPr algn="just">
              <a:lnSpc>
                <a:spcPts val="4809"/>
              </a:lnSpc>
            </a:pPr>
            <a:r>
              <a:rPr lang="en-US" sz="3699">
                <a:solidFill>
                  <a:srgbClr val="12154D"/>
                </a:solidFill>
                <a:latin typeface="DM Sans Bold"/>
              </a:rPr>
              <a:t>him names and say that he looks like a girl.</a:t>
            </a:r>
            <a:r>
              <a:rPr lang="en-US" sz="3699">
                <a:solidFill>
                  <a:srgbClr val="12154D"/>
                </a:solidFill>
                <a:latin typeface="DM Sans Bold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73139" y="2469856"/>
            <a:ext cx="6771143" cy="8275842"/>
            <a:chOff x="0" y="0"/>
            <a:chExt cx="9028191" cy="110344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28191" cy="11034455"/>
            </a:xfrm>
            <a:custGeom>
              <a:avLst/>
              <a:gdLst/>
              <a:ahLst/>
              <a:cxnLst/>
              <a:rect r="r" b="b" t="t" l="l"/>
              <a:pathLst>
                <a:path h="11034455" w="9028191">
                  <a:moveTo>
                    <a:pt x="0" y="0"/>
                  </a:moveTo>
                  <a:lnTo>
                    <a:pt x="9028191" y="0"/>
                  </a:lnTo>
                  <a:lnTo>
                    <a:pt x="9028191" y="11034455"/>
                  </a:lnTo>
                  <a:lnTo>
                    <a:pt x="0" y="11034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36727" y="1504997"/>
              <a:ext cx="2568635" cy="2568635"/>
            </a:xfrm>
            <a:custGeom>
              <a:avLst/>
              <a:gdLst/>
              <a:ahLst/>
              <a:cxnLst/>
              <a:rect r="r" b="b" t="t" l="l"/>
              <a:pathLst>
                <a:path h="2568635" w="2568635">
                  <a:moveTo>
                    <a:pt x="0" y="0"/>
                  </a:moveTo>
                  <a:lnTo>
                    <a:pt x="2568635" y="0"/>
                  </a:lnTo>
                  <a:lnTo>
                    <a:pt x="2568635" y="2568635"/>
                  </a:lnTo>
                  <a:lnTo>
                    <a:pt x="0" y="2568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Example Scenario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894" y="6116441"/>
            <a:ext cx="9887245" cy="366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TTYP:</a:t>
            </a:r>
          </a:p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1) Identify the types of bullying involved</a:t>
            </a:r>
          </a:p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2) Explain how you could help the person being bullied</a:t>
            </a:r>
          </a:p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3) Explain where the person being bullied could get help</a:t>
            </a:r>
          </a:p>
          <a:p>
            <a:pPr algn="just">
              <a:lnSpc>
                <a:spcPts val="415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Let’s discuss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3921" y="1028700"/>
            <a:ext cx="3648931" cy="9378093"/>
          </a:xfrm>
          <a:custGeom>
            <a:avLst/>
            <a:gdLst/>
            <a:ahLst/>
            <a:cxnLst/>
            <a:rect r="r" b="b" t="t" l="l"/>
            <a:pathLst>
              <a:path h="9378093" w="3648931">
                <a:moveTo>
                  <a:pt x="0" y="0"/>
                </a:moveTo>
                <a:lnTo>
                  <a:pt x="3648930" y="0"/>
                </a:lnTo>
                <a:lnTo>
                  <a:pt x="3648930" y="9378093"/>
                </a:lnTo>
                <a:lnTo>
                  <a:pt x="0" y="93780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767980" y="1312432"/>
            <a:ext cx="3059012" cy="9094361"/>
          </a:xfrm>
          <a:custGeom>
            <a:avLst/>
            <a:gdLst/>
            <a:ahLst/>
            <a:cxnLst/>
            <a:rect r="r" b="b" t="t" l="l"/>
            <a:pathLst>
              <a:path h="9094361" w="3059012">
                <a:moveTo>
                  <a:pt x="3059013" y="0"/>
                </a:moveTo>
                <a:lnTo>
                  <a:pt x="0" y="0"/>
                </a:lnTo>
                <a:lnTo>
                  <a:pt x="0" y="9094361"/>
                </a:lnTo>
                <a:lnTo>
                  <a:pt x="3059013" y="9094361"/>
                </a:lnTo>
                <a:lnTo>
                  <a:pt x="305901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83237" y="1566634"/>
            <a:ext cx="1028499" cy="959310"/>
          </a:xfrm>
          <a:custGeom>
            <a:avLst/>
            <a:gdLst/>
            <a:ahLst/>
            <a:cxnLst/>
            <a:rect r="r" b="b" t="t" l="l"/>
            <a:pathLst>
              <a:path h="959310" w="1028499">
                <a:moveTo>
                  <a:pt x="0" y="0"/>
                </a:moveTo>
                <a:lnTo>
                  <a:pt x="1028499" y="0"/>
                </a:lnTo>
                <a:lnTo>
                  <a:pt x="1028499" y="959309"/>
                </a:lnTo>
                <a:lnTo>
                  <a:pt x="0" y="9593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11232">
            <a:off x="2385210" y="2029548"/>
            <a:ext cx="1145247" cy="1068203"/>
          </a:xfrm>
          <a:custGeom>
            <a:avLst/>
            <a:gdLst/>
            <a:ahLst/>
            <a:cxnLst/>
            <a:rect r="r" b="b" t="t" l="l"/>
            <a:pathLst>
              <a:path h="1068203" w="1145247">
                <a:moveTo>
                  <a:pt x="0" y="0"/>
                </a:moveTo>
                <a:lnTo>
                  <a:pt x="1145247" y="0"/>
                </a:lnTo>
                <a:lnTo>
                  <a:pt x="1145247" y="1068203"/>
                </a:lnTo>
                <a:lnTo>
                  <a:pt x="0" y="10682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43201"/>
            <a:ext cx="16230600" cy="6578044"/>
            <a:chOff x="0" y="0"/>
            <a:chExt cx="4274726" cy="1732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2489"/>
            </a:xfrm>
            <a:custGeom>
              <a:avLst/>
              <a:gdLst/>
              <a:ahLst/>
              <a:cxnLst/>
              <a:rect r="r" b="b" t="t" l="l"/>
              <a:pathLst>
                <a:path h="1732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32489"/>
                  </a:lnTo>
                  <a:lnTo>
                    <a:pt x="0" y="1732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0025"/>
              <a:ext cx="4274726" cy="193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74320" y="3382131"/>
            <a:ext cx="9887245" cy="113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499">
                <a:solidFill>
                  <a:srgbClr val="12154D"/>
                </a:solidFill>
                <a:latin typeface="DM Sans Bold"/>
              </a:rPr>
              <a:t>In groups explore each of the scenarios and complete the following tasks: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90252" y="482196"/>
            <a:ext cx="19035757" cy="2457367"/>
            <a:chOff x="0" y="0"/>
            <a:chExt cx="5361915" cy="692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1915" cy="692181"/>
            </a:xfrm>
            <a:custGeom>
              <a:avLst/>
              <a:gdLst/>
              <a:ahLst/>
              <a:cxnLst/>
              <a:rect r="r" b="b" t="t" l="l"/>
              <a:pathLst>
                <a:path h="692181" w="5361915">
                  <a:moveTo>
                    <a:pt x="0" y="0"/>
                  </a:moveTo>
                  <a:lnTo>
                    <a:pt x="5361915" y="0"/>
                  </a:lnTo>
                  <a:lnTo>
                    <a:pt x="5361915" y="692181"/>
                  </a:lnTo>
                  <a:lnTo>
                    <a:pt x="0" y="692181"/>
                  </a:lnTo>
                  <a:close/>
                </a:path>
              </a:pathLst>
            </a:custGeom>
            <a:solidFill>
              <a:srgbClr val="21245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0025"/>
              <a:ext cx="5361915" cy="892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73139" y="2469856"/>
            <a:ext cx="6771143" cy="8275842"/>
            <a:chOff x="0" y="0"/>
            <a:chExt cx="9028191" cy="110344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28191" cy="11034455"/>
            </a:xfrm>
            <a:custGeom>
              <a:avLst/>
              <a:gdLst/>
              <a:ahLst/>
              <a:cxnLst/>
              <a:rect r="r" b="b" t="t" l="l"/>
              <a:pathLst>
                <a:path h="11034455" w="9028191">
                  <a:moveTo>
                    <a:pt x="0" y="0"/>
                  </a:moveTo>
                  <a:lnTo>
                    <a:pt x="9028191" y="0"/>
                  </a:lnTo>
                  <a:lnTo>
                    <a:pt x="9028191" y="11034455"/>
                  </a:lnTo>
                  <a:lnTo>
                    <a:pt x="0" y="11034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36727" y="1504997"/>
              <a:ext cx="2568635" cy="2568635"/>
            </a:xfrm>
            <a:custGeom>
              <a:avLst/>
              <a:gdLst/>
              <a:ahLst/>
              <a:cxnLst/>
              <a:rect r="r" b="b" t="t" l="l"/>
              <a:pathLst>
                <a:path h="2568635" w="2568635">
                  <a:moveTo>
                    <a:pt x="0" y="0"/>
                  </a:moveTo>
                  <a:lnTo>
                    <a:pt x="2568635" y="0"/>
                  </a:lnTo>
                  <a:lnTo>
                    <a:pt x="2568635" y="2568635"/>
                  </a:lnTo>
                  <a:lnTo>
                    <a:pt x="0" y="2568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936331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Bobby Jones"/>
              </a:rPr>
              <a:t>Your job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4320" y="5994123"/>
            <a:ext cx="9887245" cy="314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1) Identify the types of bullying involved</a:t>
            </a:r>
          </a:p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2) Explain how you could help the person being bullied</a:t>
            </a:r>
          </a:p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12154D"/>
                </a:solidFill>
                <a:latin typeface="DM Sans Bold"/>
              </a:rPr>
              <a:t>3) Explain where the person being bullied could get help</a:t>
            </a:r>
          </a:p>
          <a:p>
            <a:pPr algn="just">
              <a:lnSpc>
                <a:spcPts val="41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DAF3elJO60o</dc:identifier>
  <dcterms:modified xsi:type="dcterms:W3CDTF">2011-08-01T06:04:30Z</dcterms:modified>
  <cp:revision>1</cp:revision>
  <dc:title>ICT Grade 5 Week 19</dc:title>
</cp:coreProperties>
</file>