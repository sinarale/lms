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5" r:id="rId6"/>
    <p:sldId id="266" r:id="rId7"/>
    <p:sldId id="267" r:id="rId8"/>
    <p:sldId id="271" r:id="rId9"/>
    <p:sldId id="262" r:id="rId10"/>
    <p:sldId id="264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0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3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70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5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2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9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2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9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12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8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2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5E647-EC3E-4849-95BA-94A69C83B4C9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7537-3075-4096-8F57-F328BCA32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4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8503" y="3118288"/>
            <a:ext cx="10588079" cy="210823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5400" dirty="0">
                <a:latin typeface="Comic Sans MS" panose="030F0702030302020204" pitchFamily="66" charset="0"/>
              </a:rPr>
              <a:t>25.08.2026</a:t>
            </a:r>
          </a:p>
          <a:p>
            <a:pPr algn="l"/>
            <a:endParaRPr lang="en-US" sz="5400" dirty="0">
              <a:latin typeface="Comic Sans MS" panose="030F0702030302020204" pitchFamily="66" charset="0"/>
            </a:endParaRPr>
          </a:p>
          <a:p>
            <a:pPr algn="l"/>
            <a:r>
              <a:rPr lang="en-US" sz="5400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Round numbers with two decimal places to the nearest tenth or whole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1.1 – Place Value </a:t>
            </a:r>
          </a:p>
        </p:txBody>
      </p:sp>
    </p:spTree>
    <p:extLst>
      <p:ext uri="{BB962C8B-B14F-4D97-AF65-F5344CB8AC3E}">
        <p14:creationId xmlns:p14="http://schemas.microsoft.com/office/powerpoint/2010/main" val="80396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With support, I can round decimal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round decimal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think of my own game to help teach rounding decimal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86D6DD-59D5-4C64-A599-6F597BACA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F76925-BEBE-4A85-81B3-C6BE90187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7FC44D-D0D1-444C-90F0-14519C6C6B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8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85" y="56357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Retrieval Practice – Square and Triangular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067" y="1744847"/>
            <a:ext cx="11493748" cy="155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Explain the difference between square and triangular numbers.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pic>
        <p:nvPicPr>
          <p:cNvPr id="4098" name="Picture 2" descr="One Minute Icon Isolated On White Background Stock Illustration - Download  Image Now - Single Object, Minute Hand, Clock - i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9346" y1="37745" x2="50163" y2="44281"/>
                        <a14:foregroundMark x1="60294" y1="60621" x2="41340" y2="58170"/>
                        <a14:foregroundMark x1="41667" y1="57843" x2="54085" y2="63399"/>
                        <a14:foregroundMark x1="54575" y1="58660" x2="46078" y2="44281"/>
                        <a14:foregroundMark x1="45098" y1="43954" x2="42157" y2="62092"/>
                        <a14:foregroundMark x1="41667" y1="62092" x2="59314" y2="629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266" t="17223" r="16753" b="15795"/>
          <a:stretch/>
        </p:blipFill>
        <p:spPr bwMode="auto">
          <a:xfrm>
            <a:off x="299185" y="2709852"/>
            <a:ext cx="2032000" cy="20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ULTIMAGIE.COM - Smallest magic squares of triangular number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85"/>
          <a:stretch/>
        </p:blipFill>
        <p:spPr bwMode="auto">
          <a:xfrm>
            <a:off x="4004110" y="2697003"/>
            <a:ext cx="5143480" cy="184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AC8889-D5FF-40C8-8CD6-4DA22F34C8AE}"/>
              </a:ext>
            </a:extLst>
          </p:cNvPr>
          <p:cNvSpPr txBox="1">
            <a:spLocks/>
          </p:cNvSpPr>
          <p:nvPr/>
        </p:nvSpPr>
        <p:spPr>
          <a:xfrm>
            <a:off x="451484" y="4988663"/>
            <a:ext cx="11493748" cy="1550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Triangular numbers are made by adding consecutive counting numbers, forming a triangle dot pattern.</a:t>
            </a:r>
            <a:endParaRPr lang="en-US" sz="36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u="none" strike="noStrike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Square numbers are made by multiplying a whole number by itself.  This makes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a grid array. </a:t>
            </a:r>
          </a:p>
        </p:txBody>
      </p:sp>
    </p:spTree>
    <p:extLst>
      <p:ext uri="{BB962C8B-B14F-4D97-AF65-F5344CB8AC3E}">
        <p14:creationId xmlns:p14="http://schemas.microsoft.com/office/powerpoint/2010/main" val="26744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388390"/>
            <a:ext cx="1166797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Starter – Round this number to the nearest…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75429"/>
            <a:ext cx="2979057" cy="3201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a) 10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b) 100</a:t>
            </a:r>
          </a:p>
          <a:p>
            <a:pPr marL="0" indent="0">
              <a:buNone/>
            </a:pPr>
            <a:endParaRPr lang="en-US" sz="40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000" dirty="0">
                <a:latin typeface="Comic Sans MS" panose="030F0702030302020204" pitchFamily="66" charset="0"/>
              </a:rPr>
              <a:t>c) 1,000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493001" y="3683568"/>
            <a:ext cx="3929742" cy="892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000" dirty="0">
                <a:solidFill>
                  <a:srgbClr val="FF0000"/>
                </a:solidFill>
                <a:latin typeface="Comic Sans MS" panose="030F0702030302020204" pitchFamily="66" charset="0"/>
              </a:rPr>
              <a:t>8,745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817257" y="2975428"/>
            <a:ext cx="3929742" cy="892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>
                <a:solidFill>
                  <a:srgbClr val="FF0000"/>
                </a:solidFill>
                <a:latin typeface="Comic Sans MS" panose="030F0702030302020204" pitchFamily="66" charset="0"/>
              </a:rPr>
              <a:t>8,750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7257" y="4303539"/>
            <a:ext cx="3929742" cy="892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>
                <a:solidFill>
                  <a:srgbClr val="FF0000"/>
                </a:solidFill>
                <a:latin typeface="Comic Sans MS" panose="030F0702030302020204" pitchFamily="66" charset="0"/>
              </a:rPr>
              <a:t>8,700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17257" y="5631650"/>
            <a:ext cx="3929742" cy="892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>
                <a:solidFill>
                  <a:srgbClr val="FF0000"/>
                </a:solidFill>
                <a:latin typeface="Comic Sans MS" panose="030F0702030302020204" pitchFamily="66" charset="0"/>
              </a:rPr>
              <a:t>9,000</a:t>
            </a:r>
          </a:p>
        </p:txBody>
      </p:sp>
    </p:spTree>
    <p:extLst>
      <p:ext uri="{BB962C8B-B14F-4D97-AF65-F5344CB8AC3E}">
        <p14:creationId xmlns:p14="http://schemas.microsoft.com/office/powerpoint/2010/main" val="113046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746" y="162461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omic Sans MS" panose="030F0702030302020204" pitchFamily="66" charset="0"/>
              </a:rPr>
              <a:t>Rounding to the nearest whole number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40243" y="988026"/>
            <a:ext cx="1171151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Rounding makes it easier to describe and understand numbers.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DDCCC9-3079-4188-B3E4-6323A17CB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16" y="2928170"/>
            <a:ext cx="11711513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When we round a decimal number to the nearest whole number, we need to look at the </a:t>
            </a:r>
            <a:r>
              <a:rPr lang="en-US" sz="28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tenths</a:t>
            </a:r>
            <a:r>
              <a:rPr lang="en-US" sz="2800" dirty="0">
                <a:latin typeface="Comic Sans MS" panose="030F0702030302020204" pitchFamily="66" charset="0"/>
              </a:rPr>
              <a:t> place value column.  </a:t>
            </a:r>
          </a:p>
          <a:p>
            <a:endParaRPr lang="en-US" sz="28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This will tell us which way we round.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8DD0F4-CA33-41E5-AA95-CF680E218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46" y="5061847"/>
            <a:ext cx="40526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3.28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5D941F-11CD-406A-942F-EE552678E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518" y="5061847"/>
            <a:ext cx="65836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We need to look at the tenths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DD511F-BD99-44C6-BDEB-DF812859F8E5}"/>
              </a:ext>
            </a:extLst>
          </p:cNvPr>
          <p:cNvSpPr/>
          <p:nvPr/>
        </p:nvSpPr>
        <p:spPr>
          <a:xfrm>
            <a:off x="1078029" y="5061847"/>
            <a:ext cx="567891" cy="101566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AFB31A8-A288-4B6D-92EB-42892BD98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309" y="6038473"/>
            <a:ext cx="97523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3.28 rounded to the nearest whole number is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3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391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43" y="1126915"/>
            <a:ext cx="11001829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round this decimal number together to the nearest whole number.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1681" y="2722844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5.86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8043" y="4562871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1086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43" y="1126915"/>
            <a:ext cx="11001829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Now try these by yourself.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096" y="2559811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7.83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2084" y="4475786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9871" y="2550593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3.49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1236" y="4475786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1486" y="2484428"/>
            <a:ext cx="32657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12.5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3029" y="4320485"/>
            <a:ext cx="32657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6756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746" y="162461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omic Sans MS" panose="030F0702030302020204" pitchFamily="66" charset="0"/>
              </a:rPr>
              <a:t>Rounding to the nearest tenth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40243" y="988026"/>
            <a:ext cx="1171151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Rounding makes it easier to describe and understand numbers.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DDCCC9-3079-4188-B3E4-6323A17CB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16" y="2928170"/>
            <a:ext cx="11711513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When we round a decimal number to the nearest whole number, we need to look at the </a:t>
            </a:r>
            <a:r>
              <a:rPr lang="en-US" sz="28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hundredths</a:t>
            </a:r>
            <a:r>
              <a:rPr lang="en-US" sz="2800" dirty="0">
                <a:latin typeface="Comic Sans MS" panose="030F0702030302020204" pitchFamily="66" charset="0"/>
              </a:rPr>
              <a:t> place value column.  </a:t>
            </a:r>
          </a:p>
          <a:p>
            <a:endParaRPr lang="en-US" sz="28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This will tell us which way we round.</a:t>
            </a:r>
          </a:p>
          <a:p>
            <a:r>
              <a:rPr lang="en-US" sz="2800" dirty="0">
                <a:latin typeface="Comic Sans MS" panose="030F0702030302020204" pitchFamily="66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C8DD0F4-CA33-41E5-AA95-CF680E218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46" y="5061847"/>
            <a:ext cx="40526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3.28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95D941F-11CD-406A-942F-EE552678E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6518" y="5061847"/>
            <a:ext cx="73828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We need to look at the hundredths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DD511F-BD99-44C6-BDEB-DF812859F8E5}"/>
              </a:ext>
            </a:extLst>
          </p:cNvPr>
          <p:cNvSpPr/>
          <p:nvPr/>
        </p:nvSpPr>
        <p:spPr>
          <a:xfrm>
            <a:off x="1545345" y="5061847"/>
            <a:ext cx="567891" cy="101566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AFB31A8-A288-4B6D-92EB-42892BD98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309" y="6038473"/>
            <a:ext cx="97523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3.28 rounded to the nearest tenth is </a:t>
            </a: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3.3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520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43" y="1126915"/>
            <a:ext cx="11001829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Let’s round this decimal number together to the nearest tenth.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3929" y="2452478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5.76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929" y="4562871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5.8</a:t>
            </a:r>
          </a:p>
        </p:txBody>
      </p:sp>
    </p:spTree>
    <p:extLst>
      <p:ext uri="{BB962C8B-B14F-4D97-AF65-F5344CB8AC3E}">
        <p14:creationId xmlns:p14="http://schemas.microsoft.com/office/powerpoint/2010/main" val="26696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43" y="1126915"/>
            <a:ext cx="11001829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Now try these by yourself.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340" y="2559811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7.13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21" y="4475786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7.1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6852" y="2559811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3.45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3253" y="4475786"/>
            <a:ext cx="29928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7726" y="2484428"/>
            <a:ext cx="36094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12.03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6286" y="4320485"/>
            <a:ext cx="32657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omic Sans MS" panose="030F0702030302020204" pitchFamily="66" charset="0"/>
              </a:rPr>
              <a:t>12.0</a:t>
            </a:r>
          </a:p>
        </p:txBody>
      </p:sp>
    </p:spTree>
    <p:extLst>
      <p:ext uri="{BB962C8B-B14F-4D97-AF65-F5344CB8AC3E}">
        <p14:creationId xmlns:p14="http://schemas.microsoft.com/office/powerpoint/2010/main" val="304121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687" y="2182547"/>
            <a:ext cx="4967513" cy="2099168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In pairs roll three dice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Use the dice to create a number with two decimal places.</a:t>
            </a:r>
            <a:br>
              <a:rPr lang="en-US" sz="3200" dirty="0">
                <a:latin typeface="Comic Sans MS" panose="030F0702030302020204" pitchFamily="66" charset="0"/>
              </a:rPr>
            </a:br>
            <a:br>
              <a:rPr lang="en-US" sz="3200" dirty="0">
                <a:latin typeface="Comic Sans MS" panose="030F0702030302020204" pitchFamily="66" charset="0"/>
              </a:rPr>
            </a:br>
            <a:r>
              <a:rPr lang="en-US" sz="3200" dirty="0">
                <a:latin typeface="Comic Sans MS" panose="030F0702030302020204" pitchFamily="66" charset="0"/>
              </a:rPr>
              <a:t>Round the number to the nearest tenth and whole number.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pic>
        <p:nvPicPr>
          <p:cNvPr id="2050" name="Picture 2" descr="11 Fantastic Dice Games With 3 Dice - Early Impact Learn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8667" y1="41481" x2="58444" y2="53926"/>
                        <a14:foregroundMark x1="81333" y1="50074" x2="86556" y2="65185"/>
                        <a14:foregroundMark x1="75000" y1="54074" x2="74667" y2="58370"/>
                        <a14:foregroundMark x1="23778" y1="50074" x2="19556" y2="63556"/>
                        <a14:foregroundMark x1="31000" y1="61037" x2="28111" y2="50519"/>
                        <a14:backgroundMark x1="30222" y1="78222" x2="34778" y2="73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190" t="32854" r="1751" b="21544"/>
          <a:stretch/>
        </p:blipFill>
        <p:spPr bwMode="auto">
          <a:xfrm>
            <a:off x="7445828" y="822181"/>
            <a:ext cx="4586515" cy="176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5283200" y="2728602"/>
            <a:ext cx="6854032" cy="2608745"/>
            <a:chOff x="5283200" y="2728602"/>
            <a:chExt cx="6854032" cy="260874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3200" y="2728602"/>
              <a:ext cx="6854032" cy="2608745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863770" y="3481712"/>
              <a:ext cx="15820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Comic Sans MS" panose="030F0702030302020204" pitchFamily="66" charset="0"/>
                </a:rPr>
                <a:t>6.45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09472" y="3481712"/>
              <a:ext cx="158205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Comic Sans MS" panose="030F0702030302020204" pitchFamily="66" charset="0"/>
                </a:rPr>
                <a:t>6.5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555174" y="3481712"/>
              <a:ext cx="5370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latin typeface="Comic Sans MS" panose="030F0702030302020204" pitchFamily="66" charset="0"/>
                </a:rPr>
                <a:t>6</a:t>
              </a:r>
            </a:p>
          </p:txBody>
        </p:sp>
      </p:grpSp>
      <p:sp>
        <p:nvSpPr>
          <p:cNvPr id="13" name="Title 1"/>
          <p:cNvSpPr txBox="1">
            <a:spLocks/>
          </p:cNvSpPr>
          <p:nvPr/>
        </p:nvSpPr>
        <p:spPr>
          <a:xfrm>
            <a:off x="5435430" y="3232131"/>
            <a:ext cx="4967513" cy="20991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3028380" y="4758832"/>
            <a:ext cx="6710705" cy="20991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>
              <a:latin typeface="Comic Sans MS" panose="030F0702030302020204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6686" y="5618373"/>
            <a:ext cx="85634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Can you think of your own game to teach / practice rounding decimals?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7775D4-FD53-463F-9B71-7D64B1FF1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247" y="5219853"/>
            <a:ext cx="723702" cy="16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72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WALT: Round numbers with two decimal places to the nearest whole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With support, I can round decimal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round decimal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I can think of my own game to help teach rounding decimal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4A5F26-A84B-45F7-9717-59DFF1B88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85AE98-3147-4F5A-9D1F-84D6209AD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8158EE-C5D1-4485-8B70-2B8881577F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76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ic Sans MS" panose="030F0702030302020204" pitchFamily="66" charset="0"/>
              </a:rPr>
              <a:t>WALT: Round numbers with two decimal places to the nearest whole number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618373" y="2244980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1547287" y="1352817"/>
            <a:ext cx="11987284" cy="892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Plenary - https://wordwall.net/play/13088/125/5562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193" y="2053091"/>
            <a:ext cx="9160329" cy="426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43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565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Retrieval Practice – Square and Triangular Numbers</vt:lpstr>
      <vt:lpstr>Starter – Round this number to the nearest…</vt:lpstr>
      <vt:lpstr>Rounding to the nearest whole number</vt:lpstr>
      <vt:lpstr>Let’s round this decimal number together to the nearest whole number.</vt:lpstr>
      <vt:lpstr>Now try these by yourself.</vt:lpstr>
      <vt:lpstr>Rounding to the nearest tenth</vt:lpstr>
      <vt:lpstr>Let’s round this decimal number together to the nearest tenth.</vt:lpstr>
      <vt:lpstr>Now try these by yourself.</vt:lpstr>
      <vt:lpstr>In pairs roll three dice  Use the dice to create a number with two decimal places.  Round the number to the nearest tenth and whole number.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21</cp:revision>
  <dcterms:created xsi:type="dcterms:W3CDTF">2024-08-22T07:27:32Z</dcterms:created>
  <dcterms:modified xsi:type="dcterms:W3CDTF">2026-08-25T02:22:28Z</dcterms:modified>
</cp:coreProperties>
</file>